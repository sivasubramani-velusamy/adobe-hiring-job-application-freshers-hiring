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 id="2147483654" r:id="rId2"/>
  </p:sldMasterIdLst>
  <p:notesMasterIdLst>
    <p:notesMasterId r:id="rId21"/>
  </p:notesMasterIdLst>
  <p:sldIdLst>
    <p:sldId id="256" r:id="rId3"/>
    <p:sldId id="258" r:id="rId4"/>
    <p:sldId id="259" r:id="rId5"/>
    <p:sldId id="260" r:id="rId6"/>
    <p:sldId id="261" r:id="rId7"/>
    <p:sldId id="262" r:id="rId8"/>
    <p:sldId id="264" r:id="rId9"/>
    <p:sldId id="265" r:id="rId10"/>
    <p:sldId id="266" r:id="rId11"/>
    <p:sldId id="267" r:id="rId12"/>
    <p:sldId id="268" r:id="rId13"/>
    <p:sldId id="270" r:id="rId14"/>
    <p:sldId id="271" r:id="rId15"/>
    <p:sldId id="273" r:id="rId16"/>
    <p:sldId id="274" r:id="rId17"/>
    <p:sldId id="275" r:id="rId18"/>
    <p:sldId id="283" r:id="rId19"/>
    <p:sldId id="281" r:id="rId2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99C6F39-E080-4658-BB8A-1BB538E6C111}">
  <a:tblStyle styleId="{B99C6F39-E080-4658-BB8A-1BB538E6C111}"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234"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 name="Google Shape;5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 name="Google Shape;7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 name="Google Shape;7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 name="Google Shape;9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 name="Google Shape;11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02" name="Google Shape;202;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p19: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t>14</a:t>
            </a:fld>
            <a:endParaRPr sz="1400">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211" name="Google Shape;211;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2" name="Google Shape;212;p20: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t>15</a:t>
            </a:fld>
            <a:endParaRPr sz="1400">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9" name="Google Shape;21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729EA132-9770-BF6F-9724-7A82394065A4}"/>
            </a:ext>
          </a:extLst>
        </p:cNvPr>
        <p:cNvGrpSpPr/>
        <p:nvPr/>
      </p:nvGrpSpPr>
      <p:grpSpPr>
        <a:xfrm>
          <a:off x="0" y="0"/>
          <a:ext cx="0" cy="0"/>
          <a:chOff x="0" y="0"/>
          <a:chExt cx="0" cy="0"/>
        </a:xfrm>
      </p:grpSpPr>
      <p:sp>
        <p:nvSpPr>
          <p:cNvPr id="218" name="Google Shape;218;p21:notes">
            <a:extLst>
              <a:ext uri="{FF2B5EF4-FFF2-40B4-BE49-F238E27FC236}">
                <a16:creationId xmlns:a16="http://schemas.microsoft.com/office/drawing/2014/main" id="{C439DC4B-2352-C0F7-BBE4-5B3F6A4B560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9" name="Google Shape;219;p21:notes">
            <a:extLst>
              <a:ext uri="{FF2B5EF4-FFF2-40B4-BE49-F238E27FC236}">
                <a16:creationId xmlns:a16="http://schemas.microsoft.com/office/drawing/2014/main" id="{3571779A-3D73-2EFE-0883-E1D4E6EA1D3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0614673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2" name="Google Shape;262;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2"/>
          <p:cNvSpPr txBox="1">
            <a:spLocks noGrp="1"/>
          </p:cNvSpPr>
          <p:nvPr>
            <p:ph type="body" idx="1"/>
          </p:nvPr>
        </p:nvSpPr>
        <p:spPr>
          <a:xfrm>
            <a:off x="457200" y="1481137"/>
            <a:ext cx="8229600" cy="4526100"/>
          </a:xfrm>
          <a:prstGeom prst="rect">
            <a:avLst/>
          </a:prstGeom>
          <a:noFill/>
          <a:ln>
            <a:noFill/>
          </a:ln>
        </p:spPr>
        <p:txBody>
          <a:bodyPr spcFirstLastPara="1" wrap="square" lIns="91425" tIns="45700" rIns="91425" bIns="45700" anchor="t" anchorCtr="0">
            <a:noAutofit/>
          </a:bodyPr>
          <a:lstStyle>
            <a:lvl1pPr marL="457200" lvl="0" indent="-306324" algn="l" rtl="0">
              <a:lnSpc>
                <a:spcPct val="100000"/>
              </a:lnSpc>
              <a:spcBef>
                <a:spcPts val="400"/>
              </a:spcBef>
              <a:spcAft>
                <a:spcPts val="0"/>
              </a:spcAft>
              <a:buSzPts val="1224"/>
              <a:buChar char="?"/>
              <a:defRPr/>
            </a:lvl1pPr>
            <a:lvl2pPr marL="914400" lvl="1" indent="-342900" algn="l" rtl="0">
              <a:lnSpc>
                <a:spcPct val="100000"/>
              </a:lnSpc>
              <a:spcBef>
                <a:spcPts val="325"/>
              </a:spcBef>
              <a:spcAft>
                <a:spcPts val="0"/>
              </a:spcAft>
              <a:buSzPts val="1800"/>
              <a:buChar char="◦"/>
              <a:defRPr/>
            </a:lvl2pPr>
            <a:lvl3pPr marL="1371600" lvl="2" indent="-342900" algn="l" rtl="0">
              <a:lnSpc>
                <a:spcPct val="100000"/>
              </a:lnSpc>
              <a:spcBef>
                <a:spcPts val="350"/>
              </a:spcBef>
              <a:spcAft>
                <a:spcPts val="0"/>
              </a:spcAft>
              <a:buSzPts val="1800"/>
              <a:buChar char="●"/>
              <a:defRPr/>
            </a:lvl3pPr>
            <a:lvl4pPr marL="1828800" lvl="3" indent="-342900" algn="l" rtl="0">
              <a:lnSpc>
                <a:spcPct val="100000"/>
              </a:lnSpc>
              <a:spcBef>
                <a:spcPts val="350"/>
              </a:spcBef>
              <a:spcAft>
                <a:spcPts val="0"/>
              </a:spcAft>
              <a:buSzPts val="1800"/>
              <a:buChar char="●"/>
              <a:defRPr/>
            </a:lvl4pPr>
            <a:lvl5pPr marL="2286000" lvl="4" indent="-342900" algn="l" rtl="0">
              <a:lnSpc>
                <a:spcPct val="100000"/>
              </a:lnSpc>
              <a:spcBef>
                <a:spcPts val="350"/>
              </a:spcBef>
              <a:spcAft>
                <a:spcPts val="0"/>
              </a:spcAft>
              <a:buSzPts val="1800"/>
              <a:buChar char="●"/>
              <a:defRPr/>
            </a:lvl5pPr>
            <a:lvl6pPr marL="2743200" lvl="5" indent="-342900" algn="l" rtl="0">
              <a:lnSpc>
                <a:spcPct val="100000"/>
              </a:lnSpc>
              <a:spcBef>
                <a:spcPts val="350"/>
              </a:spcBef>
              <a:spcAft>
                <a:spcPts val="0"/>
              </a:spcAft>
              <a:buSzPts val="1800"/>
              <a:buChar char="■"/>
              <a:defRPr/>
            </a:lvl6pPr>
            <a:lvl7pPr marL="3200400" lvl="6" indent="-342900" algn="l" rtl="0">
              <a:lnSpc>
                <a:spcPct val="100000"/>
              </a:lnSpc>
              <a:spcBef>
                <a:spcPts val="350"/>
              </a:spcBef>
              <a:spcAft>
                <a:spcPts val="0"/>
              </a:spcAft>
              <a:buSzPts val="1800"/>
              <a:buChar char="■"/>
              <a:defRPr/>
            </a:lvl7pPr>
            <a:lvl8pPr marL="3657600" lvl="7" indent="-342900" algn="l" rtl="0">
              <a:lnSpc>
                <a:spcPct val="100000"/>
              </a:lnSpc>
              <a:spcBef>
                <a:spcPts val="350"/>
              </a:spcBef>
              <a:spcAft>
                <a:spcPts val="0"/>
              </a:spcAft>
              <a:buSzPts val="1800"/>
              <a:buChar char="■"/>
              <a:defRPr/>
            </a:lvl8pPr>
            <a:lvl9pPr marL="4114800" lvl="8" indent="-342900" algn="l" rtl="0">
              <a:lnSpc>
                <a:spcPct val="100000"/>
              </a:lnSpc>
              <a:spcBef>
                <a:spcPts val="350"/>
              </a:spcBef>
              <a:spcAft>
                <a:spcPts val="0"/>
              </a:spcAft>
              <a:buSzPts val="1800"/>
              <a:buChar char="■"/>
              <a:defRPr/>
            </a:lvl9pPr>
          </a:lstStyle>
          <a:p>
            <a:endParaRPr/>
          </a:p>
        </p:txBody>
      </p:sp>
      <p:sp>
        <p:nvSpPr>
          <p:cNvPr id="21" name="Google Shape;21;p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2" name="Google Shape;22;p2"/>
          <p:cNvSpPr txBox="1">
            <a:spLocks noGrp="1"/>
          </p:cNvSpPr>
          <p:nvPr>
            <p:ph type="dt" idx="10"/>
          </p:nvPr>
        </p:nvSpPr>
        <p:spPr>
          <a:xfrm>
            <a:off x="6727825" y="6408737"/>
            <a:ext cx="1919400" cy="365100"/>
          </a:xfrm>
          <a:prstGeom prst="rect">
            <a:avLst/>
          </a:prstGeom>
          <a:noFill/>
          <a:ln>
            <a:noFill/>
          </a:ln>
        </p:spPr>
        <p:txBody>
          <a:bodyPr spcFirstLastPara="1" wrap="square" lIns="91425" tIns="45700" rIns="91425" bIns="45700" anchor="b" anchorCtr="0">
            <a:noAutofit/>
          </a:bodyPr>
          <a:lstStyle>
            <a:lvl1pPr lvl="0" algn="l" rtl="0">
              <a:lnSpc>
                <a:spcPct val="100000"/>
              </a:lnSpc>
              <a:spcBef>
                <a:spcPts val="0"/>
              </a:spcBef>
              <a:spcAft>
                <a:spcPts val="0"/>
              </a:spcAft>
              <a:buSzPts val="1400"/>
              <a:buNone/>
              <a:defRPr sz="1000">
                <a:latin typeface="Lucida Sans"/>
                <a:ea typeface="Lucida Sans"/>
                <a:cs typeface="Lucida Sans"/>
                <a:sym typeface="Lucida Sans"/>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3" name="Google Shape;23;p2"/>
          <p:cNvSpPr txBox="1">
            <a:spLocks noGrp="1"/>
          </p:cNvSpPr>
          <p:nvPr>
            <p:ph type="ftr" idx="11"/>
          </p:nvPr>
        </p:nvSpPr>
        <p:spPr>
          <a:xfrm>
            <a:off x="4379912" y="6408737"/>
            <a:ext cx="2351100" cy="365100"/>
          </a:xfrm>
          <a:prstGeom prst="rect">
            <a:avLst/>
          </a:prstGeom>
          <a:noFill/>
          <a:ln>
            <a:noFill/>
          </a:ln>
        </p:spPr>
        <p:txBody>
          <a:bodyPr spcFirstLastPara="1" wrap="square" lIns="91425" tIns="45700" rIns="91425" bIns="4570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4" name="Google Shape;24;p2"/>
          <p:cNvSpPr txBox="1">
            <a:spLocks noGrp="1"/>
          </p:cNvSpPr>
          <p:nvPr>
            <p:ph type="sldNum" idx="12"/>
          </p:nvPr>
        </p:nvSpPr>
        <p:spPr>
          <a:xfrm>
            <a:off x="8647112" y="6408737"/>
            <a:ext cx="366600" cy="3651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1pPr>
            <a:lvl2pPr marL="0" marR="0" lvl="1"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2pPr>
            <a:lvl3pPr marL="0" marR="0" lvl="2"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3pPr>
            <a:lvl4pPr marL="0" marR="0" lvl="3"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4pPr>
            <a:lvl5pPr marL="0" marR="0" lvl="4"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5pPr>
            <a:lvl6pPr marL="0" marR="0" lvl="5"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6pPr>
            <a:lvl7pPr marL="0" marR="0" lvl="6"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7pPr>
            <a:lvl8pPr marL="0" marR="0" lvl="7"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8pPr>
            <a:lvl9pPr marL="0" marR="0" lvl="8"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5"/>
        <p:cNvGrpSpPr/>
        <p:nvPr/>
      </p:nvGrpSpPr>
      <p:grpSpPr>
        <a:xfrm>
          <a:off x="0" y="0"/>
          <a:ext cx="0" cy="0"/>
          <a:chOff x="0" y="0"/>
          <a:chExt cx="0" cy="0"/>
        </a:xfrm>
      </p:grpSpPr>
      <p:sp>
        <p:nvSpPr>
          <p:cNvPr id="26" name="Google Shape;26;p3"/>
          <p:cNvSpPr txBox="1">
            <a:spLocks noGrp="1"/>
          </p:cNvSpPr>
          <p:nvPr>
            <p:ph type="dt" idx="10"/>
          </p:nvPr>
        </p:nvSpPr>
        <p:spPr>
          <a:xfrm>
            <a:off x="6727825" y="6408737"/>
            <a:ext cx="1919400" cy="365100"/>
          </a:xfrm>
          <a:prstGeom prst="rect">
            <a:avLst/>
          </a:prstGeom>
          <a:noFill/>
          <a:ln>
            <a:noFill/>
          </a:ln>
        </p:spPr>
        <p:txBody>
          <a:bodyPr spcFirstLastPara="1" wrap="square" lIns="91425" tIns="45700" rIns="91425" bIns="45700" anchor="b" anchorCtr="0">
            <a:noAutofit/>
          </a:bodyPr>
          <a:lstStyle>
            <a:lvl1pPr lvl="0" algn="l" rtl="0">
              <a:lnSpc>
                <a:spcPct val="100000"/>
              </a:lnSpc>
              <a:spcBef>
                <a:spcPts val="0"/>
              </a:spcBef>
              <a:spcAft>
                <a:spcPts val="0"/>
              </a:spcAft>
              <a:buSzPts val="1400"/>
              <a:buNone/>
              <a:defRPr sz="1000">
                <a:latin typeface="Lucida Sans"/>
                <a:ea typeface="Lucida Sans"/>
                <a:cs typeface="Lucida Sans"/>
                <a:sym typeface="Lucida Sans"/>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4379912" y="6408737"/>
            <a:ext cx="2351100" cy="365100"/>
          </a:xfrm>
          <a:prstGeom prst="rect">
            <a:avLst/>
          </a:prstGeom>
          <a:noFill/>
          <a:ln>
            <a:noFill/>
          </a:ln>
        </p:spPr>
        <p:txBody>
          <a:bodyPr spcFirstLastPara="1" wrap="square" lIns="91425" tIns="45700" rIns="91425" bIns="4570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8647112" y="6408737"/>
            <a:ext cx="366600" cy="3651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1pPr>
            <a:lvl2pPr marL="0" marR="0" lvl="1"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2pPr>
            <a:lvl3pPr marL="0" marR="0" lvl="2"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3pPr>
            <a:lvl4pPr marL="0" marR="0" lvl="3"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4pPr>
            <a:lvl5pPr marL="0" marR="0" lvl="4"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5pPr>
            <a:lvl6pPr marL="0" marR="0" lvl="5"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6pPr>
            <a:lvl7pPr marL="0" marR="0" lvl="6"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7pPr>
            <a:lvl8pPr marL="0" marR="0" lvl="7"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8pPr>
            <a:lvl9pPr marL="0" marR="0" lvl="8"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rot="5400000">
            <a:off x="4936283" y="2182341"/>
            <a:ext cx="5592900" cy="1777500"/>
          </a:xfrm>
          <a:prstGeom prst="rect">
            <a:avLst/>
          </a:prstGeom>
          <a:noFill/>
          <a:ln>
            <a:noFill/>
          </a:ln>
        </p:spPr>
        <p:txBody>
          <a:bodyPr spcFirstLastPara="1" wrap="square" lIns="91425" tIns="45700" rIns="91425" bIns="45700" anchor="ctr" anchorCtr="0">
            <a:norm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1" name="Google Shape;31;p4"/>
          <p:cNvSpPr txBox="1">
            <a:spLocks noGrp="1"/>
          </p:cNvSpPr>
          <p:nvPr>
            <p:ph type="body" idx="1"/>
          </p:nvPr>
        </p:nvSpPr>
        <p:spPr>
          <a:xfrm rot="5400000">
            <a:off x="823050" y="-91209"/>
            <a:ext cx="5592900" cy="6324600"/>
          </a:xfrm>
          <a:prstGeom prst="rect">
            <a:avLst/>
          </a:prstGeom>
          <a:noFill/>
          <a:ln>
            <a:noFill/>
          </a:ln>
        </p:spPr>
        <p:txBody>
          <a:bodyPr spcFirstLastPara="1" wrap="square" lIns="91425" tIns="45700" rIns="91425" bIns="45700" anchor="t" anchorCtr="0">
            <a:noAutofit/>
          </a:bodyPr>
          <a:lstStyle>
            <a:lvl1pPr marL="457200" lvl="0" indent="-306324" algn="l" rtl="0">
              <a:lnSpc>
                <a:spcPct val="100000"/>
              </a:lnSpc>
              <a:spcBef>
                <a:spcPts val="400"/>
              </a:spcBef>
              <a:spcAft>
                <a:spcPts val="0"/>
              </a:spcAft>
              <a:buSzPts val="1224"/>
              <a:buChar char="?"/>
              <a:defRPr/>
            </a:lvl1pPr>
            <a:lvl2pPr marL="914400" lvl="1" indent="-342900" algn="l" rtl="0">
              <a:lnSpc>
                <a:spcPct val="100000"/>
              </a:lnSpc>
              <a:spcBef>
                <a:spcPts val="325"/>
              </a:spcBef>
              <a:spcAft>
                <a:spcPts val="0"/>
              </a:spcAft>
              <a:buSzPts val="1800"/>
              <a:buChar char="◦"/>
              <a:defRPr/>
            </a:lvl2pPr>
            <a:lvl3pPr marL="1371600" lvl="2" indent="-342900" algn="l" rtl="0">
              <a:lnSpc>
                <a:spcPct val="100000"/>
              </a:lnSpc>
              <a:spcBef>
                <a:spcPts val="350"/>
              </a:spcBef>
              <a:spcAft>
                <a:spcPts val="0"/>
              </a:spcAft>
              <a:buSzPts val="1800"/>
              <a:buChar char="●"/>
              <a:defRPr/>
            </a:lvl3pPr>
            <a:lvl4pPr marL="1828800" lvl="3" indent="-342900" algn="l" rtl="0">
              <a:lnSpc>
                <a:spcPct val="100000"/>
              </a:lnSpc>
              <a:spcBef>
                <a:spcPts val="350"/>
              </a:spcBef>
              <a:spcAft>
                <a:spcPts val="0"/>
              </a:spcAft>
              <a:buSzPts val="1800"/>
              <a:buChar char="●"/>
              <a:defRPr/>
            </a:lvl4pPr>
            <a:lvl5pPr marL="2286000" lvl="4" indent="-342900" algn="l" rtl="0">
              <a:lnSpc>
                <a:spcPct val="100000"/>
              </a:lnSpc>
              <a:spcBef>
                <a:spcPts val="350"/>
              </a:spcBef>
              <a:spcAft>
                <a:spcPts val="0"/>
              </a:spcAft>
              <a:buSzPts val="1800"/>
              <a:buChar char="●"/>
              <a:defRPr/>
            </a:lvl5pPr>
            <a:lvl6pPr marL="2743200" lvl="5" indent="-342900" algn="l" rtl="0">
              <a:lnSpc>
                <a:spcPct val="100000"/>
              </a:lnSpc>
              <a:spcBef>
                <a:spcPts val="350"/>
              </a:spcBef>
              <a:spcAft>
                <a:spcPts val="0"/>
              </a:spcAft>
              <a:buSzPts val="1800"/>
              <a:buChar char="■"/>
              <a:defRPr/>
            </a:lvl6pPr>
            <a:lvl7pPr marL="3200400" lvl="6" indent="-342900" algn="l" rtl="0">
              <a:lnSpc>
                <a:spcPct val="100000"/>
              </a:lnSpc>
              <a:spcBef>
                <a:spcPts val="350"/>
              </a:spcBef>
              <a:spcAft>
                <a:spcPts val="0"/>
              </a:spcAft>
              <a:buSzPts val="1800"/>
              <a:buChar char="■"/>
              <a:defRPr/>
            </a:lvl7pPr>
            <a:lvl8pPr marL="3657600" lvl="7" indent="-342900" algn="l" rtl="0">
              <a:lnSpc>
                <a:spcPct val="100000"/>
              </a:lnSpc>
              <a:spcBef>
                <a:spcPts val="350"/>
              </a:spcBef>
              <a:spcAft>
                <a:spcPts val="0"/>
              </a:spcAft>
              <a:buSzPts val="1800"/>
              <a:buChar char="■"/>
              <a:defRPr/>
            </a:lvl8pPr>
            <a:lvl9pPr marL="4114800" lvl="8" indent="-342900" algn="l" rtl="0">
              <a:lnSpc>
                <a:spcPct val="100000"/>
              </a:lnSpc>
              <a:spcBef>
                <a:spcPts val="350"/>
              </a:spcBef>
              <a:spcAft>
                <a:spcPts val="0"/>
              </a:spcAft>
              <a:buSzPts val="1800"/>
              <a:buChar char="■"/>
              <a:defRPr/>
            </a:lvl9pPr>
          </a:lstStyle>
          <a:p>
            <a:endParaRPr/>
          </a:p>
        </p:txBody>
      </p:sp>
      <p:sp>
        <p:nvSpPr>
          <p:cNvPr id="32" name="Google Shape;32;p4"/>
          <p:cNvSpPr txBox="1">
            <a:spLocks noGrp="1"/>
          </p:cNvSpPr>
          <p:nvPr>
            <p:ph type="dt" idx="10"/>
          </p:nvPr>
        </p:nvSpPr>
        <p:spPr>
          <a:xfrm>
            <a:off x="6727825" y="6408737"/>
            <a:ext cx="1919400" cy="365100"/>
          </a:xfrm>
          <a:prstGeom prst="rect">
            <a:avLst/>
          </a:prstGeom>
          <a:noFill/>
          <a:ln>
            <a:noFill/>
          </a:ln>
        </p:spPr>
        <p:txBody>
          <a:bodyPr spcFirstLastPara="1" wrap="square" lIns="91425" tIns="45700" rIns="91425" bIns="45700" anchor="b" anchorCtr="0">
            <a:noAutofit/>
          </a:bodyPr>
          <a:lstStyle>
            <a:lvl1pPr lvl="0" algn="l" rtl="0">
              <a:lnSpc>
                <a:spcPct val="100000"/>
              </a:lnSpc>
              <a:spcBef>
                <a:spcPts val="0"/>
              </a:spcBef>
              <a:spcAft>
                <a:spcPts val="0"/>
              </a:spcAft>
              <a:buSzPts val="1400"/>
              <a:buNone/>
              <a:defRPr sz="1000">
                <a:latin typeface="Lucida Sans"/>
                <a:ea typeface="Lucida Sans"/>
                <a:cs typeface="Lucida Sans"/>
                <a:sym typeface="Lucida Sans"/>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4379912" y="6408737"/>
            <a:ext cx="2351100" cy="365100"/>
          </a:xfrm>
          <a:prstGeom prst="rect">
            <a:avLst/>
          </a:prstGeom>
          <a:noFill/>
          <a:ln>
            <a:noFill/>
          </a:ln>
        </p:spPr>
        <p:txBody>
          <a:bodyPr spcFirstLastPara="1" wrap="square" lIns="91425" tIns="45700" rIns="91425" bIns="4570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8647112" y="6408737"/>
            <a:ext cx="366600" cy="3651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1pPr>
            <a:lvl2pPr marL="0" marR="0" lvl="1"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2pPr>
            <a:lvl3pPr marL="0" marR="0" lvl="2"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3pPr>
            <a:lvl4pPr marL="0" marR="0" lvl="3"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4pPr>
            <a:lvl5pPr marL="0" marR="0" lvl="4"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5pPr>
            <a:lvl6pPr marL="0" marR="0" lvl="5"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6pPr>
            <a:lvl7pPr marL="0" marR="0" lvl="6"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7pPr>
            <a:lvl8pPr marL="0" marR="0" lvl="7"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8pPr>
            <a:lvl9pPr marL="0" marR="0" lvl="8"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5"/>
        <p:cNvGrpSpPr/>
        <p:nvPr/>
      </p:nvGrpSpPr>
      <p:grpSpPr>
        <a:xfrm>
          <a:off x="0" y="0"/>
          <a:ext cx="0" cy="0"/>
          <a:chOff x="0" y="0"/>
          <a:chExt cx="0" cy="0"/>
        </a:xfrm>
      </p:grpSpPr>
      <p:sp>
        <p:nvSpPr>
          <p:cNvPr id="36" name="Google Shape;36;p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7" name="Google Shape;37;p5"/>
          <p:cNvSpPr txBox="1">
            <a:spLocks noGrp="1"/>
          </p:cNvSpPr>
          <p:nvPr>
            <p:ph type="body" idx="1"/>
          </p:nvPr>
        </p:nvSpPr>
        <p:spPr>
          <a:xfrm rot="5400000">
            <a:off x="2379001" y="-440471"/>
            <a:ext cx="4386000" cy="8229600"/>
          </a:xfrm>
          <a:prstGeom prst="rect">
            <a:avLst/>
          </a:prstGeom>
          <a:noFill/>
          <a:ln>
            <a:noFill/>
          </a:ln>
        </p:spPr>
        <p:txBody>
          <a:bodyPr spcFirstLastPara="1" wrap="square" lIns="91425" tIns="45700" rIns="91425" bIns="45700" anchor="t" anchorCtr="0">
            <a:noAutofit/>
          </a:bodyPr>
          <a:lstStyle>
            <a:lvl1pPr marL="457200" lvl="0" indent="-306324" algn="l" rtl="0">
              <a:lnSpc>
                <a:spcPct val="100000"/>
              </a:lnSpc>
              <a:spcBef>
                <a:spcPts val="400"/>
              </a:spcBef>
              <a:spcAft>
                <a:spcPts val="0"/>
              </a:spcAft>
              <a:buSzPts val="1224"/>
              <a:buChar char="?"/>
              <a:defRPr/>
            </a:lvl1pPr>
            <a:lvl2pPr marL="914400" lvl="1" indent="-342900" algn="l" rtl="0">
              <a:lnSpc>
                <a:spcPct val="100000"/>
              </a:lnSpc>
              <a:spcBef>
                <a:spcPts val="325"/>
              </a:spcBef>
              <a:spcAft>
                <a:spcPts val="0"/>
              </a:spcAft>
              <a:buSzPts val="1800"/>
              <a:buChar char="◦"/>
              <a:defRPr/>
            </a:lvl2pPr>
            <a:lvl3pPr marL="1371600" lvl="2" indent="-342900" algn="l" rtl="0">
              <a:lnSpc>
                <a:spcPct val="100000"/>
              </a:lnSpc>
              <a:spcBef>
                <a:spcPts val="350"/>
              </a:spcBef>
              <a:spcAft>
                <a:spcPts val="0"/>
              </a:spcAft>
              <a:buSzPts val="1800"/>
              <a:buChar char="●"/>
              <a:defRPr/>
            </a:lvl3pPr>
            <a:lvl4pPr marL="1828800" lvl="3" indent="-342900" algn="l" rtl="0">
              <a:lnSpc>
                <a:spcPct val="100000"/>
              </a:lnSpc>
              <a:spcBef>
                <a:spcPts val="350"/>
              </a:spcBef>
              <a:spcAft>
                <a:spcPts val="0"/>
              </a:spcAft>
              <a:buSzPts val="1800"/>
              <a:buChar char="●"/>
              <a:defRPr/>
            </a:lvl4pPr>
            <a:lvl5pPr marL="2286000" lvl="4" indent="-342900" algn="l" rtl="0">
              <a:lnSpc>
                <a:spcPct val="100000"/>
              </a:lnSpc>
              <a:spcBef>
                <a:spcPts val="350"/>
              </a:spcBef>
              <a:spcAft>
                <a:spcPts val="0"/>
              </a:spcAft>
              <a:buSzPts val="1800"/>
              <a:buChar char="●"/>
              <a:defRPr/>
            </a:lvl5pPr>
            <a:lvl6pPr marL="2743200" lvl="5" indent="-342900" algn="l" rtl="0">
              <a:lnSpc>
                <a:spcPct val="100000"/>
              </a:lnSpc>
              <a:spcBef>
                <a:spcPts val="350"/>
              </a:spcBef>
              <a:spcAft>
                <a:spcPts val="0"/>
              </a:spcAft>
              <a:buSzPts val="1800"/>
              <a:buChar char="■"/>
              <a:defRPr/>
            </a:lvl6pPr>
            <a:lvl7pPr marL="3200400" lvl="6" indent="-342900" algn="l" rtl="0">
              <a:lnSpc>
                <a:spcPct val="100000"/>
              </a:lnSpc>
              <a:spcBef>
                <a:spcPts val="350"/>
              </a:spcBef>
              <a:spcAft>
                <a:spcPts val="0"/>
              </a:spcAft>
              <a:buSzPts val="1800"/>
              <a:buChar char="■"/>
              <a:defRPr/>
            </a:lvl7pPr>
            <a:lvl8pPr marL="3657600" lvl="7" indent="-342900" algn="l" rtl="0">
              <a:lnSpc>
                <a:spcPct val="100000"/>
              </a:lnSpc>
              <a:spcBef>
                <a:spcPts val="350"/>
              </a:spcBef>
              <a:spcAft>
                <a:spcPts val="0"/>
              </a:spcAft>
              <a:buSzPts val="1800"/>
              <a:buChar char="■"/>
              <a:defRPr/>
            </a:lvl8pPr>
            <a:lvl9pPr marL="4114800" lvl="8" indent="-342900" algn="l" rtl="0">
              <a:lnSpc>
                <a:spcPct val="100000"/>
              </a:lnSpc>
              <a:spcBef>
                <a:spcPts val="350"/>
              </a:spcBef>
              <a:spcAft>
                <a:spcPts val="0"/>
              </a:spcAft>
              <a:buSzPts val="1800"/>
              <a:buChar char="■"/>
              <a:defRPr/>
            </a:lvl9pPr>
          </a:lstStyle>
          <a:p>
            <a:endParaRPr/>
          </a:p>
        </p:txBody>
      </p:sp>
      <p:sp>
        <p:nvSpPr>
          <p:cNvPr id="38" name="Google Shape;38;p5"/>
          <p:cNvSpPr txBox="1">
            <a:spLocks noGrp="1"/>
          </p:cNvSpPr>
          <p:nvPr>
            <p:ph type="dt" idx="10"/>
          </p:nvPr>
        </p:nvSpPr>
        <p:spPr>
          <a:xfrm>
            <a:off x="6727825" y="6408737"/>
            <a:ext cx="1919400" cy="365100"/>
          </a:xfrm>
          <a:prstGeom prst="rect">
            <a:avLst/>
          </a:prstGeom>
          <a:noFill/>
          <a:ln>
            <a:noFill/>
          </a:ln>
        </p:spPr>
        <p:txBody>
          <a:bodyPr spcFirstLastPara="1" wrap="square" lIns="91425" tIns="45700" rIns="91425" bIns="45700" anchor="b" anchorCtr="0">
            <a:noAutofit/>
          </a:bodyPr>
          <a:lstStyle>
            <a:lvl1pPr lvl="0" algn="l" rtl="0">
              <a:lnSpc>
                <a:spcPct val="100000"/>
              </a:lnSpc>
              <a:spcBef>
                <a:spcPts val="0"/>
              </a:spcBef>
              <a:spcAft>
                <a:spcPts val="0"/>
              </a:spcAft>
              <a:buSzPts val="1400"/>
              <a:buNone/>
              <a:defRPr sz="1000">
                <a:latin typeface="Lucida Sans"/>
                <a:ea typeface="Lucida Sans"/>
                <a:cs typeface="Lucida Sans"/>
                <a:sym typeface="Lucida Sans"/>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9" name="Google Shape;39;p5"/>
          <p:cNvSpPr txBox="1">
            <a:spLocks noGrp="1"/>
          </p:cNvSpPr>
          <p:nvPr>
            <p:ph type="ftr" idx="11"/>
          </p:nvPr>
        </p:nvSpPr>
        <p:spPr>
          <a:xfrm>
            <a:off x="4379912" y="6408737"/>
            <a:ext cx="2351100" cy="365100"/>
          </a:xfrm>
          <a:prstGeom prst="rect">
            <a:avLst/>
          </a:prstGeom>
          <a:noFill/>
          <a:ln>
            <a:noFill/>
          </a:ln>
        </p:spPr>
        <p:txBody>
          <a:bodyPr spcFirstLastPara="1" wrap="square" lIns="91425" tIns="45700" rIns="91425" bIns="4570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0" name="Google Shape;40;p5"/>
          <p:cNvSpPr txBox="1">
            <a:spLocks noGrp="1"/>
          </p:cNvSpPr>
          <p:nvPr>
            <p:ph type="sldNum" idx="12"/>
          </p:nvPr>
        </p:nvSpPr>
        <p:spPr>
          <a:xfrm>
            <a:off x="8647112" y="6408737"/>
            <a:ext cx="366600" cy="3651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1pPr>
            <a:lvl2pPr marL="0" marR="0" lvl="1"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2pPr>
            <a:lvl3pPr marL="0" marR="0" lvl="2"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3pPr>
            <a:lvl4pPr marL="0" marR="0" lvl="3"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4pPr>
            <a:lvl5pPr marL="0" marR="0" lvl="4"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5pPr>
            <a:lvl6pPr marL="0" marR="0" lvl="5"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6pPr>
            <a:lvl7pPr marL="0" marR="0" lvl="6"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7pPr>
            <a:lvl8pPr marL="0" marR="0" lvl="7"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8pPr>
            <a:lvl9pPr marL="0" marR="0" lvl="8"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3" name="Google Shape;53;p7"/>
          <p:cNvSpPr txBox="1">
            <a:spLocks noGrp="1"/>
          </p:cNvSpPr>
          <p:nvPr>
            <p:ph type="dt" idx="10"/>
          </p:nvPr>
        </p:nvSpPr>
        <p:spPr>
          <a:xfrm>
            <a:off x="6727825" y="6408737"/>
            <a:ext cx="1919400" cy="365100"/>
          </a:xfrm>
          <a:prstGeom prst="rect">
            <a:avLst/>
          </a:prstGeom>
          <a:noFill/>
          <a:ln>
            <a:noFill/>
          </a:ln>
        </p:spPr>
        <p:txBody>
          <a:bodyPr spcFirstLastPara="1" wrap="square" lIns="91425" tIns="45700" rIns="91425" bIns="45700" anchor="b" anchorCtr="0">
            <a:noAutofit/>
          </a:bodyPr>
          <a:lstStyle>
            <a:lvl1pPr lvl="0" algn="l" rtl="0">
              <a:lnSpc>
                <a:spcPct val="100000"/>
              </a:lnSpc>
              <a:spcBef>
                <a:spcPts val="0"/>
              </a:spcBef>
              <a:spcAft>
                <a:spcPts val="0"/>
              </a:spcAft>
              <a:buSzPts val="1400"/>
              <a:buNone/>
              <a:defRPr sz="1000">
                <a:latin typeface="Lucida Sans"/>
                <a:ea typeface="Lucida Sans"/>
                <a:cs typeface="Lucida Sans"/>
                <a:sym typeface="Lucida Sans"/>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4" name="Google Shape;54;p7"/>
          <p:cNvSpPr txBox="1">
            <a:spLocks noGrp="1"/>
          </p:cNvSpPr>
          <p:nvPr>
            <p:ph type="ftr" idx="11"/>
          </p:nvPr>
        </p:nvSpPr>
        <p:spPr>
          <a:xfrm>
            <a:off x="4379912" y="6408737"/>
            <a:ext cx="2351100" cy="365100"/>
          </a:xfrm>
          <a:prstGeom prst="rect">
            <a:avLst/>
          </a:prstGeom>
          <a:noFill/>
          <a:ln>
            <a:noFill/>
          </a:ln>
        </p:spPr>
        <p:txBody>
          <a:bodyPr spcFirstLastPara="1" wrap="square" lIns="91425" tIns="45700" rIns="91425" bIns="4570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5" name="Google Shape;55;p7"/>
          <p:cNvSpPr txBox="1">
            <a:spLocks noGrp="1"/>
          </p:cNvSpPr>
          <p:nvPr>
            <p:ph type="sldNum" idx="12"/>
          </p:nvPr>
        </p:nvSpPr>
        <p:spPr>
          <a:xfrm>
            <a:off x="8647112" y="6408737"/>
            <a:ext cx="366600" cy="3651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lt1"/>
              </a:buClr>
              <a:buSzPts val="1000"/>
              <a:buFont typeface="Lucida Sans"/>
              <a:buNone/>
              <a:defRPr sz="1000" b="0" i="0" u="none" strike="noStrike" cap="none">
                <a:solidFill>
                  <a:schemeClr val="lt1"/>
                </a:solidFill>
                <a:latin typeface="Lucida Sans"/>
                <a:ea typeface="Lucida Sans"/>
                <a:cs typeface="Lucida Sans"/>
                <a:sym typeface="Lucida Sans"/>
              </a:defRPr>
            </a:lvl1pPr>
            <a:lvl2pPr marL="0" marR="0" lvl="1" indent="0" algn="r" rtl="0">
              <a:lnSpc>
                <a:spcPct val="100000"/>
              </a:lnSpc>
              <a:spcBef>
                <a:spcPts val="0"/>
              </a:spcBef>
              <a:spcAft>
                <a:spcPts val="0"/>
              </a:spcAft>
              <a:buClr>
                <a:schemeClr val="lt1"/>
              </a:buClr>
              <a:buSzPts val="1000"/>
              <a:buFont typeface="Lucida Sans"/>
              <a:buNone/>
              <a:defRPr sz="1000" b="0" i="0" u="none" strike="noStrike" cap="none">
                <a:solidFill>
                  <a:schemeClr val="lt1"/>
                </a:solidFill>
                <a:latin typeface="Lucida Sans"/>
                <a:ea typeface="Lucida Sans"/>
                <a:cs typeface="Lucida Sans"/>
                <a:sym typeface="Lucida Sans"/>
              </a:defRPr>
            </a:lvl2pPr>
            <a:lvl3pPr marL="0" marR="0" lvl="2" indent="0" algn="r" rtl="0">
              <a:lnSpc>
                <a:spcPct val="100000"/>
              </a:lnSpc>
              <a:spcBef>
                <a:spcPts val="0"/>
              </a:spcBef>
              <a:spcAft>
                <a:spcPts val="0"/>
              </a:spcAft>
              <a:buClr>
                <a:schemeClr val="lt1"/>
              </a:buClr>
              <a:buSzPts val="1000"/>
              <a:buFont typeface="Lucida Sans"/>
              <a:buNone/>
              <a:defRPr sz="1000" b="0" i="0" u="none" strike="noStrike" cap="none">
                <a:solidFill>
                  <a:schemeClr val="lt1"/>
                </a:solidFill>
                <a:latin typeface="Lucida Sans"/>
                <a:ea typeface="Lucida Sans"/>
                <a:cs typeface="Lucida Sans"/>
                <a:sym typeface="Lucida Sans"/>
              </a:defRPr>
            </a:lvl3pPr>
            <a:lvl4pPr marL="0" marR="0" lvl="3" indent="0" algn="r" rtl="0">
              <a:lnSpc>
                <a:spcPct val="100000"/>
              </a:lnSpc>
              <a:spcBef>
                <a:spcPts val="0"/>
              </a:spcBef>
              <a:spcAft>
                <a:spcPts val="0"/>
              </a:spcAft>
              <a:buClr>
                <a:schemeClr val="lt1"/>
              </a:buClr>
              <a:buSzPts val="1000"/>
              <a:buFont typeface="Lucida Sans"/>
              <a:buNone/>
              <a:defRPr sz="1000" b="0" i="0" u="none" strike="noStrike" cap="none">
                <a:solidFill>
                  <a:schemeClr val="lt1"/>
                </a:solidFill>
                <a:latin typeface="Lucida Sans"/>
                <a:ea typeface="Lucida Sans"/>
                <a:cs typeface="Lucida Sans"/>
                <a:sym typeface="Lucida Sans"/>
              </a:defRPr>
            </a:lvl4pPr>
            <a:lvl5pPr marL="0" marR="0" lvl="4" indent="0" algn="r" rtl="0">
              <a:lnSpc>
                <a:spcPct val="100000"/>
              </a:lnSpc>
              <a:spcBef>
                <a:spcPts val="0"/>
              </a:spcBef>
              <a:spcAft>
                <a:spcPts val="0"/>
              </a:spcAft>
              <a:buClr>
                <a:schemeClr val="lt1"/>
              </a:buClr>
              <a:buSzPts val="1000"/>
              <a:buFont typeface="Lucida Sans"/>
              <a:buNone/>
              <a:defRPr sz="1000" b="0" i="0" u="none" strike="noStrike" cap="none">
                <a:solidFill>
                  <a:schemeClr val="lt1"/>
                </a:solidFill>
                <a:latin typeface="Lucida Sans"/>
                <a:ea typeface="Lucida Sans"/>
                <a:cs typeface="Lucida Sans"/>
                <a:sym typeface="Lucida Sans"/>
              </a:defRPr>
            </a:lvl5pPr>
            <a:lvl6pPr marL="0" marR="0" lvl="5" indent="0" algn="r" rtl="0">
              <a:lnSpc>
                <a:spcPct val="100000"/>
              </a:lnSpc>
              <a:spcBef>
                <a:spcPts val="0"/>
              </a:spcBef>
              <a:spcAft>
                <a:spcPts val="0"/>
              </a:spcAft>
              <a:buClr>
                <a:schemeClr val="lt1"/>
              </a:buClr>
              <a:buSzPts val="1000"/>
              <a:buFont typeface="Lucida Sans"/>
              <a:buNone/>
              <a:defRPr sz="1000" b="0" i="0" u="none" strike="noStrike" cap="none">
                <a:solidFill>
                  <a:schemeClr val="lt1"/>
                </a:solidFill>
                <a:latin typeface="Lucida Sans"/>
                <a:ea typeface="Lucida Sans"/>
                <a:cs typeface="Lucida Sans"/>
                <a:sym typeface="Lucida Sans"/>
              </a:defRPr>
            </a:lvl6pPr>
            <a:lvl7pPr marL="0" marR="0" lvl="6" indent="0" algn="r" rtl="0">
              <a:lnSpc>
                <a:spcPct val="100000"/>
              </a:lnSpc>
              <a:spcBef>
                <a:spcPts val="0"/>
              </a:spcBef>
              <a:spcAft>
                <a:spcPts val="0"/>
              </a:spcAft>
              <a:buClr>
                <a:schemeClr val="lt1"/>
              </a:buClr>
              <a:buSzPts val="1000"/>
              <a:buFont typeface="Lucida Sans"/>
              <a:buNone/>
              <a:defRPr sz="1000" b="0" i="0" u="none" strike="noStrike" cap="none">
                <a:solidFill>
                  <a:schemeClr val="lt1"/>
                </a:solidFill>
                <a:latin typeface="Lucida Sans"/>
                <a:ea typeface="Lucida Sans"/>
                <a:cs typeface="Lucida Sans"/>
                <a:sym typeface="Lucida Sans"/>
              </a:defRPr>
            </a:lvl7pPr>
            <a:lvl8pPr marL="0" marR="0" lvl="7" indent="0" algn="r" rtl="0">
              <a:lnSpc>
                <a:spcPct val="100000"/>
              </a:lnSpc>
              <a:spcBef>
                <a:spcPts val="0"/>
              </a:spcBef>
              <a:spcAft>
                <a:spcPts val="0"/>
              </a:spcAft>
              <a:buClr>
                <a:schemeClr val="lt1"/>
              </a:buClr>
              <a:buSzPts val="1000"/>
              <a:buFont typeface="Lucida Sans"/>
              <a:buNone/>
              <a:defRPr sz="1000" b="0" i="0" u="none" strike="noStrike" cap="none">
                <a:solidFill>
                  <a:schemeClr val="lt1"/>
                </a:solidFill>
                <a:latin typeface="Lucida Sans"/>
                <a:ea typeface="Lucida Sans"/>
                <a:cs typeface="Lucida Sans"/>
                <a:sym typeface="Lucida Sans"/>
              </a:defRPr>
            </a:lvl8pPr>
            <a:lvl9pPr marL="0" marR="0" lvl="8" indent="0" algn="r" rtl="0">
              <a:lnSpc>
                <a:spcPct val="100000"/>
              </a:lnSpc>
              <a:spcBef>
                <a:spcPts val="0"/>
              </a:spcBef>
              <a:spcAft>
                <a:spcPts val="0"/>
              </a:spcAft>
              <a:buClr>
                <a:schemeClr val="lt1"/>
              </a:buClr>
              <a:buSzPts val="1000"/>
              <a:buFont typeface="Lucida Sans"/>
              <a:buNone/>
              <a:defRPr sz="1000" b="0" i="0" u="none" strike="noStrike" cap="none">
                <a:solidFill>
                  <a:schemeClr val="lt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theme" Target="../theme/theme2.xml"/><Relationship Id="rId1" Type="http://schemas.openxmlformats.org/officeDocument/2006/relationships/slideLayout" Target="../slideLayouts/slideLayout5.xml"/><Relationship Id="rId5" Type="http://schemas.openxmlformats.org/officeDocument/2006/relationships/image" Target="../media/image2.png"/><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500062" y="5945187"/>
            <a:ext cx="4940306" cy="920750"/>
          </a:xfrm>
          <a:custGeom>
            <a:avLst/>
            <a:gdLst/>
            <a:ahLst/>
            <a:cxnLst/>
            <a:rect l="l" t="t" r="r" b="b"/>
            <a:pathLst>
              <a:path w="7485" h="337" extrusionOk="0">
                <a:moveTo>
                  <a:pt x="0" y="2"/>
                </a:moveTo>
                <a:lnTo>
                  <a:pt x="7485" y="337"/>
                </a:lnTo>
                <a:lnTo>
                  <a:pt x="5558" y="337"/>
                </a:lnTo>
                <a:lnTo>
                  <a:pt x="1" y="0"/>
                </a:lnTo>
              </a:path>
            </a:pathLst>
          </a:custGeom>
          <a:solidFill>
            <a:srgbClr val="9FCBDC">
              <a:alpha val="3922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 name="Google Shape;11;p1"/>
          <p:cNvSpPr/>
          <p:nvPr/>
        </p:nvSpPr>
        <p:spPr>
          <a:xfrm>
            <a:off x="485775" y="5938837"/>
            <a:ext cx="3690941" cy="933450"/>
          </a:xfrm>
          <a:custGeom>
            <a:avLst/>
            <a:gdLst/>
            <a:ahLst/>
            <a:cxnLst/>
            <a:rect l="l" t="t" r="r" b="b"/>
            <a:pathLst>
              <a:path w="5591" h="588" extrusionOk="0">
                <a:moveTo>
                  <a:pt x="0" y="0"/>
                </a:moveTo>
                <a:lnTo>
                  <a:pt x="5591" y="585"/>
                </a:lnTo>
                <a:lnTo>
                  <a:pt x="4415" y="588"/>
                </a:lnTo>
                <a:lnTo>
                  <a:pt x="12" y="4"/>
                </a:lnTo>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 name="Google Shape;12;p1"/>
          <p:cNvSpPr/>
          <p:nvPr/>
        </p:nvSpPr>
        <p:spPr>
          <a:xfrm>
            <a:off x="-6042" y="5791253"/>
            <a:ext cx="3402300" cy="1080900"/>
          </a:xfrm>
          <a:prstGeom prst="rtTriangle">
            <a:avLst/>
          </a:prstGeom>
          <a:blipFill rotWithShape="1">
            <a:blip r:embed="rId6">
              <a:alphaModFix amt="50000"/>
            </a:blip>
            <a:tile tx="0" ty="0" sx="50002" sy="50002" flip="none" algn="t"/>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pic>
        <p:nvPicPr>
          <p:cNvPr id="13" name="Google Shape;13;p1"/>
          <p:cNvPicPr preferRelativeResize="0"/>
          <p:nvPr/>
        </p:nvPicPr>
        <p:blipFill rotWithShape="1">
          <a:blip r:embed="rId7">
            <a:alphaModFix/>
          </a:blip>
          <a:srcRect/>
          <a:stretch/>
        </p:blipFill>
        <p:spPr>
          <a:xfrm>
            <a:off x="-19050" y="5778500"/>
            <a:ext cx="3421062" cy="1098550"/>
          </a:xfrm>
          <a:prstGeom prst="rect">
            <a:avLst/>
          </a:prstGeom>
          <a:noFill/>
          <a:ln>
            <a:noFill/>
          </a:ln>
        </p:spPr>
      </p:pic>
      <p:sp>
        <p:nvSpPr>
          <p:cNvPr id="14" name="Google Shape;14;p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000000"/>
              </a:buClr>
              <a:buSzPts val="1400"/>
              <a:buFont typeface="Arial"/>
              <a:buNone/>
              <a:defRPr sz="4100" b="1" i="0" u="none" strike="noStrike" cap="none">
                <a:solidFill>
                  <a:schemeClr val="dk2"/>
                </a:solidFill>
                <a:latin typeface="Lucida Sans"/>
                <a:ea typeface="Lucida Sans"/>
                <a:cs typeface="Lucida Sans"/>
                <a:sym typeface="Lucida Sans"/>
              </a:defRPr>
            </a:lvl1pPr>
            <a:lvl2pPr marR="0" lvl="1" algn="l" rtl="0">
              <a:lnSpc>
                <a:spcPct val="100000"/>
              </a:lnSpc>
              <a:spcBef>
                <a:spcPts val="0"/>
              </a:spcBef>
              <a:spcAft>
                <a:spcPts val="0"/>
              </a:spcAft>
              <a:buClr>
                <a:srgbClr val="000000"/>
              </a:buClr>
              <a:buSzPts val="1400"/>
              <a:buFont typeface="Arial"/>
              <a:buNone/>
              <a:defRPr sz="4100" b="1" i="0" u="none" strike="noStrike" cap="none">
                <a:solidFill>
                  <a:schemeClr val="dk2"/>
                </a:solidFill>
                <a:latin typeface="Lucida Sans"/>
                <a:ea typeface="Lucida Sans"/>
                <a:cs typeface="Lucida Sans"/>
                <a:sym typeface="Lucida Sans"/>
              </a:defRPr>
            </a:lvl2pPr>
            <a:lvl3pPr marR="0" lvl="2" algn="l" rtl="0">
              <a:lnSpc>
                <a:spcPct val="100000"/>
              </a:lnSpc>
              <a:spcBef>
                <a:spcPts val="0"/>
              </a:spcBef>
              <a:spcAft>
                <a:spcPts val="0"/>
              </a:spcAft>
              <a:buClr>
                <a:srgbClr val="000000"/>
              </a:buClr>
              <a:buSzPts val="1400"/>
              <a:buFont typeface="Arial"/>
              <a:buNone/>
              <a:defRPr sz="4100" b="1" i="0" u="none" strike="noStrike" cap="none">
                <a:solidFill>
                  <a:schemeClr val="dk2"/>
                </a:solidFill>
                <a:latin typeface="Lucida Sans"/>
                <a:ea typeface="Lucida Sans"/>
                <a:cs typeface="Lucida Sans"/>
                <a:sym typeface="Lucida Sans"/>
              </a:defRPr>
            </a:lvl3pPr>
            <a:lvl4pPr marR="0" lvl="3" algn="l" rtl="0">
              <a:lnSpc>
                <a:spcPct val="100000"/>
              </a:lnSpc>
              <a:spcBef>
                <a:spcPts val="0"/>
              </a:spcBef>
              <a:spcAft>
                <a:spcPts val="0"/>
              </a:spcAft>
              <a:buClr>
                <a:srgbClr val="000000"/>
              </a:buClr>
              <a:buSzPts val="1400"/>
              <a:buFont typeface="Arial"/>
              <a:buNone/>
              <a:defRPr sz="4100" b="1" i="0" u="none" strike="noStrike" cap="none">
                <a:solidFill>
                  <a:schemeClr val="dk2"/>
                </a:solidFill>
                <a:latin typeface="Lucida Sans"/>
                <a:ea typeface="Lucida Sans"/>
                <a:cs typeface="Lucida Sans"/>
                <a:sym typeface="Lucida Sans"/>
              </a:defRPr>
            </a:lvl4pPr>
            <a:lvl5pPr marR="0" lvl="4" algn="l" rtl="0">
              <a:lnSpc>
                <a:spcPct val="100000"/>
              </a:lnSpc>
              <a:spcBef>
                <a:spcPts val="0"/>
              </a:spcBef>
              <a:spcAft>
                <a:spcPts val="0"/>
              </a:spcAft>
              <a:buClr>
                <a:srgbClr val="000000"/>
              </a:buClr>
              <a:buSzPts val="1400"/>
              <a:buFont typeface="Arial"/>
              <a:buNone/>
              <a:defRPr sz="4100" b="1" i="0" u="none" strike="noStrike" cap="none">
                <a:solidFill>
                  <a:schemeClr val="dk2"/>
                </a:solidFill>
                <a:latin typeface="Lucida Sans"/>
                <a:ea typeface="Lucida Sans"/>
                <a:cs typeface="Lucida Sans"/>
                <a:sym typeface="Lucida Sans"/>
              </a:defRPr>
            </a:lvl5pPr>
            <a:lvl6pPr marR="0" lvl="5" algn="l" rtl="0">
              <a:lnSpc>
                <a:spcPct val="100000"/>
              </a:lnSpc>
              <a:spcBef>
                <a:spcPts val="0"/>
              </a:spcBef>
              <a:spcAft>
                <a:spcPts val="0"/>
              </a:spcAft>
              <a:buClr>
                <a:srgbClr val="000000"/>
              </a:buClr>
              <a:buSzPts val="1400"/>
              <a:buFont typeface="Arial"/>
              <a:buNone/>
              <a:defRPr sz="4100" b="1" i="0" u="none" strike="noStrike" cap="none">
                <a:solidFill>
                  <a:schemeClr val="dk2"/>
                </a:solidFill>
                <a:latin typeface="Lucida Sans"/>
                <a:ea typeface="Lucida Sans"/>
                <a:cs typeface="Lucida Sans"/>
                <a:sym typeface="Lucida Sans"/>
              </a:defRPr>
            </a:lvl6pPr>
            <a:lvl7pPr marR="0" lvl="6" algn="l" rtl="0">
              <a:lnSpc>
                <a:spcPct val="100000"/>
              </a:lnSpc>
              <a:spcBef>
                <a:spcPts val="0"/>
              </a:spcBef>
              <a:spcAft>
                <a:spcPts val="0"/>
              </a:spcAft>
              <a:buClr>
                <a:srgbClr val="000000"/>
              </a:buClr>
              <a:buSzPts val="1400"/>
              <a:buFont typeface="Arial"/>
              <a:buNone/>
              <a:defRPr sz="4100" b="1" i="0" u="none" strike="noStrike" cap="none">
                <a:solidFill>
                  <a:schemeClr val="dk2"/>
                </a:solidFill>
                <a:latin typeface="Lucida Sans"/>
                <a:ea typeface="Lucida Sans"/>
                <a:cs typeface="Lucida Sans"/>
                <a:sym typeface="Lucida Sans"/>
              </a:defRPr>
            </a:lvl7pPr>
            <a:lvl8pPr marR="0" lvl="7" algn="l" rtl="0">
              <a:lnSpc>
                <a:spcPct val="100000"/>
              </a:lnSpc>
              <a:spcBef>
                <a:spcPts val="0"/>
              </a:spcBef>
              <a:spcAft>
                <a:spcPts val="0"/>
              </a:spcAft>
              <a:buClr>
                <a:srgbClr val="000000"/>
              </a:buClr>
              <a:buSzPts val="1400"/>
              <a:buFont typeface="Arial"/>
              <a:buNone/>
              <a:defRPr sz="4100" b="1" i="0" u="none" strike="noStrike" cap="none">
                <a:solidFill>
                  <a:schemeClr val="dk2"/>
                </a:solidFill>
                <a:latin typeface="Lucida Sans"/>
                <a:ea typeface="Lucida Sans"/>
                <a:cs typeface="Lucida Sans"/>
                <a:sym typeface="Lucida Sans"/>
              </a:defRPr>
            </a:lvl8pPr>
            <a:lvl9pPr marR="0" lvl="8" algn="l" rtl="0">
              <a:lnSpc>
                <a:spcPct val="100000"/>
              </a:lnSpc>
              <a:spcBef>
                <a:spcPts val="0"/>
              </a:spcBef>
              <a:spcAft>
                <a:spcPts val="0"/>
              </a:spcAft>
              <a:buClr>
                <a:srgbClr val="000000"/>
              </a:buClr>
              <a:buSzPts val="1400"/>
              <a:buFont typeface="Arial"/>
              <a:buNone/>
              <a:defRPr sz="4100" b="1" i="0" u="none" strike="noStrike" cap="none">
                <a:solidFill>
                  <a:schemeClr val="dk2"/>
                </a:solidFill>
                <a:latin typeface="Lucida Sans"/>
                <a:ea typeface="Lucida Sans"/>
                <a:cs typeface="Lucida Sans"/>
                <a:sym typeface="Lucida Sans"/>
              </a:defRPr>
            </a:lvl9pPr>
          </a:lstStyle>
          <a:p>
            <a:endParaRPr/>
          </a:p>
        </p:txBody>
      </p:sp>
      <p:sp>
        <p:nvSpPr>
          <p:cNvPr id="15" name="Google Shape;15;p1"/>
          <p:cNvSpPr txBox="1">
            <a:spLocks noGrp="1"/>
          </p:cNvSpPr>
          <p:nvPr>
            <p:ph type="body" idx="1"/>
          </p:nvPr>
        </p:nvSpPr>
        <p:spPr>
          <a:xfrm>
            <a:off x="457200" y="1481137"/>
            <a:ext cx="8229600" cy="4526100"/>
          </a:xfrm>
          <a:prstGeom prst="rect">
            <a:avLst/>
          </a:prstGeom>
          <a:noFill/>
          <a:ln>
            <a:noFill/>
          </a:ln>
        </p:spPr>
        <p:txBody>
          <a:bodyPr spcFirstLastPara="1" wrap="square" lIns="91425" tIns="45700" rIns="91425" bIns="45700" anchor="t" anchorCtr="0">
            <a:noAutofit/>
          </a:bodyPr>
          <a:lstStyle>
            <a:lvl1pPr marL="457200" marR="0" lvl="0" indent="-345186" algn="l" rtl="0">
              <a:lnSpc>
                <a:spcPct val="100000"/>
              </a:lnSpc>
              <a:spcBef>
                <a:spcPts val="400"/>
              </a:spcBef>
              <a:spcAft>
                <a:spcPts val="0"/>
              </a:spcAft>
              <a:buClr>
                <a:schemeClr val="accent1"/>
              </a:buClr>
              <a:buSzPts val="1836"/>
              <a:buFont typeface="Noto Sans Symbols"/>
              <a:buChar char="🞂"/>
              <a:defRPr sz="2700" b="0" i="0" u="none" strike="noStrike" cap="none">
                <a:solidFill>
                  <a:schemeClr val="dk1"/>
                </a:solidFill>
                <a:latin typeface="Lucida Sans"/>
                <a:ea typeface="Lucida Sans"/>
                <a:cs typeface="Lucida Sans"/>
                <a:sym typeface="Lucida Sans"/>
              </a:defRPr>
            </a:lvl1pPr>
            <a:lvl2pPr marL="914400" marR="0" lvl="1" indent="-374650" algn="l" rtl="0">
              <a:lnSpc>
                <a:spcPct val="100000"/>
              </a:lnSpc>
              <a:spcBef>
                <a:spcPts val="325"/>
              </a:spcBef>
              <a:spcAft>
                <a:spcPts val="0"/>
              </a:spcAft>
              <a:buClr>
                <a:schemeClr val="accent1"/>
              </a:buClr>
              <a:buSzPts val="2300"/>
              <a:buFont typeface="Verdana"/>
              <a:buChar char="◦"/>
              <a:defRPr sz="2300" b="0" i="0" u="none" strike="noStrike" cap="none">
                <a:solidFill>
                  <a:schemeClr val="dk1"/>
                </a:solidFill>
                <a:latin typeface="Lucida Sans"/>
                <a:ea typeface="Lucida Sans"/>
                <a:cs typeface="Lucida Sans"/>
                <a:sym typeface="Lucida Sans"/>
              </a:defRPr>
            </a:lvl2pPr>
            <a:lvl3pPr marL="1371600" marR="0" lvl="2" indent="-361950" algn="l" rtl="0">
              <a:lnSpc>
                <a:spcPct val="100000"/>
              </a:lnSpc>
              <a:spcBef>
                <a:spcPts val="350"/>
              </a:spcBef>
              <a:spcAft>
                <a:spcPts val="0"/>
              </a:spcAft>
              <a:buClr>
                <a:schemeClr val="accent2"/>
              </a:buClr>
              <a:buSzPts val="2100"/>
              <a:buFont typeface="Noto Sans Symbols"/>
              <a:buChar char="●"/>
              <a:defRPr sz="2100" b="0" i="0" u="none" strike="noStrike" cap="none">
                <a:solidFill>
                  <a:schemeClr val="dk1"/>
                </a:solidFill>
                <a:latin typeface="Lucida Sans"/>
                <a:ea typeface="Lucida Sans"/>
                <a:cs typeface="Lucida Sans"/>
                <a:sym typeface="Lucida Sans"/>
              </a:defRPr>
            </a:lvl3pPr>
            <a:lvl4pPr marL="1828800" marR="0" lvl="3" indent="-349250" algn="l" rtl="0">
              <a:lnSpc>
                <a:spcPct val="100000"/>
              </a:lnSpc>
              <a:spcBef>
                <a:spcPts val="350"/>
              </a:spcBef>
              <a:spcAft>
                <a:spcPts val="0"/>
              </a:spcAft>
              <a:buClr>
                <a:schemeClr val="accent2"/>
              </a:buClr>
              <a:buSzPts val="1900"/>
              <a:buFont typeface="Noto Sans Symbols"/>
              <a:buChar char="●"/>
              <a:defRPr sz="1900" b="0" i="0" u="none" strike="noStrike" cap="none">
                <a:solidFill>
                  <a:schemeClr val="dk1"/>
                </a:solidFill>
                <a:latin typeface="Lucida Sans"/>
                <a:ea typeface="Lucida Sans"/>
                <a:cs typeface="Lucida Sans"/>
                <a:sym typeface="Lucida Sans"/>
              </a:defRPr>
            </a:lvl4pPr>
            <a:lvl5pPr marL="2286000" marR="0" lvl="4" indent="-342900" algn="l" rtl="0">
              <a:lnSpc>
                <a:spcPct val="100000"/>
              </a:lnSpc>
              <a:spcBef>
                <a:spcPts val="350"/>
              </a:spcBef>
              <a:spcAft>
                <a:spcPts val="0"/>
              </a:spcAft>
              <a:buClr>
                <a:schemeClr val="accent2"/>
              </a:buClr>
              <a:buSzPts val="1800"/>
              <a:buFont typeface="Noto Sans Symbols"/>
              <a:buChar char="●"/>
              <a:defRPr sz="1800" b="0" i="0" u="none" strike="noStrike" cap="none">
                <a:solidFill>
                  <a:schemeClr val="dk1"/>
                </a:solidFill>
                <a:latin typeface="Lucida Sans"/>
                <a:ea typeface="Lucida Sans"/>
                <a:cs typeface="Lucida Sans"/>
                <a:sym typeface="Lucida Sans"/>
              </a:defRPr>
            </a:lvl5pPr>
            <a:lvl6pPr marL="2743200" marR="0" lvl="5" indent="-342900" algn="l" rtl="0">
              <a:lnSpc>
                <a:spcPct val="100000"/>
              </a:lnSpc>
              <a:spcBef>
                <a:spcPts val="350"/>
              </a:spcBef>
              <a:spcAft>
                <a:spcPts val="0"/>
              </a:spcAft>
              <a:buClr>
                <a:schemeClr val="accent3"/>
              </a:buClr>
              <a:buSzPts val="1800"/>
              <a:buFont typeface="Noto Sans Symbols"/>
              <a:buChar char="■"/>
              <a:defRPr sz="1800" b="0" i="0" u="none" strike="noStrike" cap="none">
                <a:solidFill>
                  <a:schemeClr val="dk1"/>
                </a:solidFill>
                <a:latin typeface="Lucida Sans"/>
                <a:ea typeface="Lucida Sans"/>
                <a:cs typeface="Lucida Sans"/>
                <a:sym typeface="Lucida Sans"/>
              </a:defRPr>
            </a:lvl6pPr>
            <a:lvl7pPr marL="3200400" marR="0" lvl="6" indent="-330200" algn="l" rtl="0">
              <a:lnSpc>
                <a:spcPct val="100000"/>
              </a:lnSpc>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7pPr>
            <a:lvl8pPr marL="3657600" marR="0" lvl="7" indent="-330200" algn="l" rtl="0">
              <a:lnSpc>
                <a:spcPct val="100000"/>
              </a:lnSpc>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8pPr>
            <a:lvl9pPr marL="4114800" marR="0" lvl="8" indent="-330200" algn="l" rtl="0">
              <a:lnSpc>
                <a:spcPct val="100000"/>
              </a:lnSpc>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9pPr>
          </a:lstStyle>
          <a:p>
            <a:endParaRPr/>
          </a:p>
        </p:txBody>
      </p:sp>
      <p:sp>
        <p:nvSpPr>
          <p:cNvPr id="16" name="Google Shape;16;p1"/>
          <p:cNvSpPr txBox="1">
            <a:spLocks noGrp="1"/>
          </p:cNvSpPr>
          <p:nvPr>
            <p:ph type="dt" idx="10"/>
          </p:nvPr>
        </p:nvSpPr>
        <p:spPr>
          <a:xfrm>
            <a:off x="6727825" y="6408737"/>
            <a:ext cx="1919400" cy="3651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Lucida Sans"/>
                <a:ea typeface="Lucida Sans"/>
                <a:cs typeface="Lucida Sans"/>
                <a:sym typeface="Lucid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7" name="Google Shape;17;p1"/>
          <p:cNvSpPr txBox="1">
            <a:spLocks noGrp="1"/>
          </p:cNvSpPr>
          <p:nvPr>
            <p:ph type="ftr" idx="11"/>
          </p:nvPr>
        </p:nvSpPr>
        <p:spPr>
          <a:xfrm>
            <a:off x="4379912" y="6408737"/>
            <a:ext cx="2351100" cy="3651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8" name="Google Shape;18;p1"/>
          <p:cNvSpPr txBox="1">
            <a:spLocks noGrp="1"/>
          </p:cNvSpPr>
          <p:nvPr>
            <p:ph type="sldNum" idx="12"/>
          </p:nvPr>
        </p:nvSpPr>
        <p:spPr>
          <a:xfrm>
            <a:off x="8647112" y="6408737"/>
            <a:ext cx="366600" cy="3651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1pPr>
            <a:lvl2pPr marL="0" marR="0" lvl="1"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2pPr>
            <a:lvl3pPr marL="0" marR="0" lvl="2"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3pPr>
            <a:lvl4pPr marL="0" marR="0" lvl="3"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4pPr>
            <a:lvl5pPr marL="0" marR="0" lvl="4"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5pPr>
            <a:lvl6pPr marL="0" marR="0" lvl="5"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6pPr>
            <a:lvl7pPr marL="0" marR="0" lvl="6"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7pPr>
            <a:lvl8pPr marL="0" marR="0" lvl="7"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8pPr>
            <a:lvl9pPr marL="0" marR="0" lvl="8" indent="0" algn="r" rtl="0">
              <a:lnSpc>
                <a:spcPct val="100000"/>
              </a:lnSpc>
              <a:spcBef>
                <a:spcPts val="0"/>
              </a:spcBef>
              <a:spcAft>
                <a:spcPts val="0"/>
              </a:spcAft>
              <a:buClr>
                <a:schemeClr val="dk1"/>
              </a:buClr>
              <a:buSzPts val="1000"/>
              <a:buFont typeface="Lucida Sans"/>
              <a:buNone/>
              <a:defRPr sz="1000" b="0" i="0" u="none" strike="noStrike" cap="none">
                <a:solidFill>
                  <a:schemeClr val="dk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Lst>
  <mc:AlternateContent xmlns:mc="http://schemas.openxmlformats.org/markup-compatibility/2006" xmlns:p14="http://schemas.microsoft.com/office/powerpoint/2010/main">
    <mc:Choice Requires="p14">
      <p:transition spd="slow" p14:dur="13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
        <p:cNvGrpSpPr/>
        <p:nvPr/>
      </p:nvGrpSpPr>
      <p:grpSpPr>
        <a:xfrm>
          <a:off x="0" y="0"/>
          <a:ext cx="0" cy="0"/>
          <a:chOff x="0" y="0"/>
          <a:chExt cx="0" cy="0"/>
        </a:xfrm>
      </p:grpSpPr>
      <p:sp>
        <p:nvSpPr>
          <p:cNvPr id="42" name="Google Shape;42;p6"/>
          <p:cNvSpPr/>
          <p:nvPr/>
        </p:nvSpPr>
        <p:spPr>
          <a:xfrm>
            <a:off x="500062" y="5945187"/>
            <a:ext cx="4940306" cy="920750"/>
          </a:xfrm>
          <a:custGeom>
            <a:avLst/>
            <a:gdLst/>
            <a:ahLst/>
            <a:cxnLst/>
            <a:rect l="l" t="t" r="r" b="b"/>
            <a:pathLst>
              <a:path w="7485" h="337" extrusionOk="0">
                <a:moveTo>
                  <a:pt x="0" y="2"/>
                </a:moveTo>
                <a:lnTo>
                  <a:pt x="7485" y="337"/>
                </a:lnTo>
                <a:lnTo>
                  <a:pt x="5558" y="337"/>
                </a:lnTo>
                <a:lnTo>
                  <a:pt x="1" y="0"/>
                </a:lnTo>
              </a:path>
            </a:pathLst>
          </a:custGeom>
          <a:solidFill>
            <a:srgbClr val="9FCBDC">
              <a:alpha val="3922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 name="Google Shape;43;p6"/>
          <p:cNvSpPr/>
          <p:nvPr/>
        </p:nvSpPr>
        <p:spPr>
          <a:xfrm>
            <a:off x="485775" y="5938837"/>
            <a:ext cx="3690941" cy="933450"/>
          </a:xfrm>
          <a:custGeom>
            <a:avLst/>
            <a:gdLst/>
            <a:ahLst/>
            <a:cxnLst/>
            <a:rect l="l" t="t" r="r" b="b"/>
            <a:pathLst>
              <a:path w="5591" h="588" extrusionOk="0">
                <a:moveTo>
                  <a:pt x="0" y="0"/>
                </a:moveTo>
                <a:lnTo>
                  <a:pt x="5591" y="585"/>
                </a:lnTo>
                <a:lnTo>
                  <a:pt x="4415" y="588"/>
                </a:lnTo>
                <a:lnTo>
                  <a:pt x="12" y="4"/>
                </a:lnTo>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 name="Google Shape;44;p6"/>
          <p:cNvSpPr/>
          <p:nvPr/>
        </p:nvSpPr>
        <p:spPr>
          <a:xfrm>
            <a:off x="-6042" y="5791253"/>
            <a:ext cx="3402300" cy="1080900"/>
          </a:xfrm>
          <a:prstGeom prst="rtTriangle">
            <a:avLst/>
          </a:prstGeom>
          <a:blipFill rotWithShape="1">
            <a:blip r:embed="rId4">
              <a:alphaModFix amt="50000"/>
            </a:blip>
            <a:tile tx="0" ty="0" sx="50002" sy="50002" flip="none" algn="t"/>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pic>
        <p:nvPicPr>
          <p:cNvPr id="45" name="Google Shape;45;p6"/>
          <p:cNvPicPr preferRelativeResize="0"/>
          <p:nvPr/>
        </p:nvPicPr>
        <p:blipFill rotWithShape="1">
          <a:blip r:embed="rId5">
            <a:alphaModFix/>
          </a:blip>
          <a:srcRect/>
          <a:stretch/>
        </p:blipFill>
        <p:spPr>
          <a:xfrm>
            <a:off x="-19050" y="5778500"/>
            <a:ext cx="3421062" cy="1098550"/>
          </a:xfrm>
          <a:prstGeom prst="rect">
            <a:avLst/>
          </a:prstGeom>
          <a:noFill/>
          <a:ln>
            <a:noFill/>
          </a:ln>
        </p:spPr>
      </p:pic>
      <p:sp>
        <p:nvSpPr>
          <p:cNvPr id="46" name="Google Shape;46;p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rgbClr val="000000"/>
              </a:buClr>
              <a:buSzPts val="1400"/>
              <a:buFont typeface="Arial"/>
              <a:buNone/>
              <a:defRPr sz="4100" b="1" i="0" u="none" strike="noStrike" cap="none">
                <a:solidFill>
                  <a:schemeClr val="lt2"/>
                </a:solidFill>
                <a:latin typeface="Lucida Sans"/>
                <a:ea typeface="Lucida Sans"/>
                <a:cs typeface="Lucida Sans"/>
                <a:sym typeface="Lucida Sans"/>
              </a:defRPr>
            </a:lvl1pPr>
            <a:lvl2pPr marR="0" lvl="1" algn="l" rtl="0">
              <a:lnSpc>
                <a:spcPct val="100000"/>
              </a:lnSpc>
              <a:spcBef>
                <a:spcPts val="0"/>
              </a:spcBef>
              <a:spcAft>
                <a:spcPts val="0"/>
              </a:spcAft>
              <a:buClr>
                <a:srgbClr val="000000"/>
              </a:buClr>
              <a:buSzPts val="1400"/>
              <a:buFont typeface="Arial"/>
              <a:buNone/>
              <a:defRPr sz="4100" b="1" i="0" u="none" strike="noStrike" cap="none">
                <a:solidFill>
                  <a:schemeClr val="lt2"/>
                </a:solidFill>
                <a:latin typeface="Lucida Sans"/>
                <a:ea typeface="Lucida Sans"/>
                <a:cs typeface="Lucida Sans"/>
                <a:sym typeface="Lucida Sans"/>
              </a:defRPr>
            </a:lvl2pPr>
            <a:lvl3pPr marR="0" lvl="2" algn="l" rtl="0">
              <a:lnSpc>
                <a:spcPct val="100000"/>
              </a:lnSpc>
              <a:spcBef>
                <a:spcPts val="0"/>
              </a:spcBef>
              <a:spcAft>
                <a:spcPts val="0"/>
              </a:spcAft>
              <a:buClr>
                <a:srgbClr val="000000"/>
              </a:buClr>
              <a:buSzPts val="1400"/>
              <a:buFont typeface="Arial"/>
              <a:buNone/>
              <a:defRPr sz="4100" b="1" i="0" u="none" strike="noStrike" cap="none">
                <a:solidFill>
                  <a:schemeClr val="lt2"/>
                </a:solidFill>
                <a:latin typeface="Lucida Sans"/>
                <a:ea typeface="Lucida Sans"/>
                <a:cs typeface="Lucida Sans"/>
                <a:sym typeface="Lucida Sans"/>
              </a:defRPr>
            </a:lvl3pPr>
            <a:lvl4pPr marR="0" lvl="3" algn="l" rtl="0">
              <a:lnSpc>
                <a:spcPct val="100000"/>
              </a:lnSpc>
              <a:spcBef>
                <a:spcPts val="0"/>
              </a:spcBef>
              <a:spcAft>
                <a:spcPts val="0"/>
              </a:spcAft>
              <a:buClr>
                <a:srgbClr val="000000"/>
              </a:buClr>
              <a:buSzPts val="1400"/>
              <a:buFont typeface="Arial"/>
              <a:buNone/>
              <a:defRPr sz="4100" b="1" i="0" u="none" strike="noStrike" cap="none">
                <a:solidFill>
                  <a:schemeClr val="lt2"/>
                </a:solidFill>
                <a:latin typeface="Lucida Sans"/>
                <a:ea typeface="Lucida Sans"/>
                <a:cs typeface="Lucida Sans"/>
                <a:sym typeface="Lucida Sans"/>
              </a:defRPr>
            </a:lvl4pPr>
            <a:lvl5pPr marR="0" lvl="4" algn="l" rtl="0">
              <a:lnSpc>
                <a:spcPct val="100000"/>
              </a:lnSpc>
              <a:spcBef>
                <a:spcPts val="0"/>
              </a:spcBef>
              <a:spcAft>
                <a:spcPts val="0"/>
              </a:spcAft>
              <a:buClr>
                <a:srgbClr val="000000"/>
              </a:buClr>
              <a:buSzPts val="1400"/>
              <a:buFont typeface="Arial"/>
              <a:buNone/>
              <a:defRPr sz="4100" b="1" i="0" u="none" strike="noStrike" cap="none">
                <a:solidFill>
                  <a:schemeClr val="lt2"/>
                </a:solidFill>
                <a:latin typeface="Lucida Sans"/>
                <a:ea typeface="Lucida Sans"/>
                <a:cs typeface="Lucida Sans"/>
                <a:sym typeface="Lucida Sans"/>
              </a:defRPr>
            </a:lvl5pPr>
            <a:lvl6pPr marR="0" lvl="5" algn="l" rtl="0">
              <a:lnSpc>
                <a:spcPct val="100000"/>
              </a:lnSpc>
              <a:spcBef>
                <a:spcPts val="0"/>
              </a:spcBef>
              <a:spcAft>
                <a:spcPts val="0"/>
              </a:spcAft>
              <a:buClr>
                <a:srgbClr val="000000"/>
              </a:buClr>
              <a:buSzPts val="1400"/>
              <a:buFont typeface="Arial"/>
              <a:buNone/>
              <a:defRPr sz="4100" b="1" i="0" u="none" strike="noStrike" cap="none">
                <a:solidFill>
                  <a:schemeClr val="lt2"/>
                </a:solidFill>
                <a:latin typeface="Lucida Sans"/>
                <a:ea typeface="Lucida Sans"/>
                <a:cs typeface="Lucida Sans"/>
                <a:sym typeface="Lucida Sans"/>
              </a:defRPr>
            </a:lvl6pPr>
            <a:lvl7pPr marR="0" lvl="6" algn="l" rtl="0">
              <a:lnSpc>
                <a:spcPct val="100000"/>
              </a:lnSpc>
              <a:spcBef>
                <a:spcPts val="0"/>
              </a:spcBef>
              <a:spcAft>
                <a:spcPts val="0"/>
              </a:spcAft>
              <a:buClr>
                <a:srgbClr val="000000"/>
              </a:buClr>
              <a:buSzPts val="1400"/>
              <a:buFont typeface="Arial"/>
              <a:buNone/>
              <a:defRPr sz="4100" b="1" i="0" u="none" strike="noStrike" cap="none">
                <a:solidFill>
                  <a:schemeClr val="lt2"/>
                </a:solidFill>
                <a:latin typeface="Lucida Sans"/>
                <a:ea typeface="Lucida Sans"/>
                <a:cs typeface="Lucida Sans"/>
                <a:sym typeface="Lucida Sans"/>
              </a:defRPr>
            </a:lvl7pPr>
            <a:lvl8pPr marR="0" lvl="7" algn="l" rtl="0">
              <a:lnSpc>
                <a:spcPct val="100000"/>
              </a:lnSpc>
              <a:spcBef>
                <a:spcPts val="0"/>
              </a:spcBef>
              <a:spcAft>
                <a:spcPts val="0"/>
              </a:spcAft>
              <a:buClr>
                <a:srgbClr val="000000"/>
              </a:buClr>
              <a:buSzPts val="1400"/>
              <a:buFont typeface="Arial"/>
              <a:buNone/>
              <a:defRPr sz="4100" b="1" i="0" u="none" strike="noStrike" cap="none">
                <a:solidFill>
                  <a:schemeClr val="lt2"/>
                </a:solidFill>
                <a:latin typeface="Lucida Sans"/>
                <a:ea typeface="Lucida Sans"/>
                <a:cs typeface="Lucida Sans"/>
                <a:sym typeface="Lucida Sans"/>
              </a:defRPr>
            </a:lvl8pPr>
            <a:lvl9pPr marR="0" lvl="8" algn="l" rtl="0">
              <a:lnSpc>
                <a:spcPct val="100000"/>
              </a:lnSpc>
              <a:spcBef>
                <a:spcPts val="0"/>
              </a:spcBef>
              <a:spcAft>
                <a:spcPts val="0"/>
              </a:spcAft>
              <a:buClr>
                <a:srgbClr val="000000"/>
              </a:buClr>
              <a:buSzPts val="1400"/>
              <a:buFont typeface="Arial"/>
              <a:buNone/>
              <a:defRPr sz="4100" b="1" i="0" u="none" strike="noStrike" cap="none">
                <a:solidFill>
                  <a:schemeClr val="lt2"/>
                </a:solidFill>
                <a:latin typeface="Lucida Sans"/>
                <a:ea typeface="Lucida Sans"/>
                <a:cs typeface="Lucida Sans"/>
                <a:sym typeface="Lucida Sans"/>
              </a:defRPr>
            </a:lvl9pPr>
          </a:lstStyle>
          <a:p>
            <a:endParaRPr/>
          </a:p>
        </p:txBody>
      </p:sp>
      <p:sp>
        <p:nvSpPr>
          <p:cNvPr id="47" name="Google Shape;47;p6"/>
          <p:cNvSpPr txBox="1">
            <a:spLocks noGrp="1"/>
          </p:cNvSpPr>
          <p:nvPr>
            <p:ph type="body" idx="1"/>
          </p:nvPr>
        </p:nvSpPr>
        <p:spPr>
          <a:xfrm>
            <a:off x="457200" y="1481137"/>
            <a:ext cx="8229600" cy="4526100"/>
          </a:xfrm>
          <a:prstGeom prst="rect">
            <a:avLst/>
          </a:prstGeom>
          <a:noFill/>
          <a:ln>
            <a:noFill/>
          </a:ln>
        </p:spPr>
        <p:txBody>
          <a:bodyPr spcFirstLastPara="1" wrap="square" lIns="91425" tIns="45700" rIns="91425" bIns="45700" anchor="t" anchorCtr="0">
            <a:noAutofit/>
          </a:bodyPr>
          <a:lstStyle>
            <a:lvl1pPr marL="457200" marR="0" lvl="0" indent="-345186" algn="l" rtl="0">
              <a:lnSpc>
                <a:spcPct val="100000"/>
              </a:lnSpc>
              <a:spcBef>
                <a:spcPts val="400"/>
              </a:spcBef>
              <a:spcAft>
                <a:spcPts val="0"/>
              </a:spcAft>
              <a:buClr>
                <a:schemeClr val="accent1"/>
              </a:buClr>
              <a:buSzPts val="1836"/>
              <a:buFont typeface="Noto Sans Symbols"/>
              <a:buChar char="🞂"/>
              <a:defRPr sz="2700" b="0" i="0" u="none" strike="noStrike" cap="none">
                <a:solidFill>
                  <a:schemeClr val="lt1"/>
                </a:solidFill>
                <a:latin typeface="Lucida Sans"/>
                <a:ea typeface="Lucida Sans"/>
                <a:cs typeface="Lucida Sans"/>
                <a:sym typeface="Lucida Sans"/>
              </a:defRPr>
            </a:lvl1pPr>
            <a:lvl2pPr marL="914400" marR="0" lvl="1" indent="-374650" algn="l" rtl="0">
              <a:lnSpc>
                <a:spcPct val="100000"/>
              </a:lnSpc>
              <a:spcBef>
                <a:spcPts val="325"/>
              </a:spcBef>
              <a:spcAft>
                <a:spcPts val="0"/>
              </a:spcAft>
              <a:buClr>
                <a:schemeClr val="accent1"/>
              </a:buClr>
              <a:buSzPts val="2300"/>
              <a:buFont typeface="Verdana"/>
              <a:buChar char="◦"/>
              <a:defRPr sz="2300" b="0" i="0" u="none" strike="noStrike" cap="none">
                <a:solidFill>
                  <a:schemeClr val="lt1"/>
                </a:solidFill>
                <a:latin typeface="Lucida Sans"/>
                <a:ea typeface="Lucida Sans"/>
                <a:cs typeface="Lucida Sans"/>
                <a:sym typeface="Lucida Sans"/>
              </a:defRPr>
            </a:lvl2pPr>
            <a:lvl3pPr marL="1371600" marR="0" lvl="2" indent="-361950" algn="l" rtl="0">
              <a:lnSpc>
                <a:spcPct val="100000"/>
              </a:lnSpc>
              <a:spcBef>
                <a:spcPts val="350"/>
              </a:spcBef>
              <a:spcAft>
                <a:spcPts val="0"/>
              </a:spcAft>
              <a:buClr>
                <a:schemeClr val="accent2"/>
              </a:buClr>
              <a:buSzPts val="2100"/>
              <a:buFont typeface="Noto Sans Symbols"/>
              <a:buChar char="●"/>
              <a:defRPr sz="2100" b="0" i="0" u="none" strike="noStrike" cap="none">
                <a:solidFill>
                  <a:schemeClr val="lt1"/>
                </a:solidFill>
                <a:latin typeface="Lucida Sans"/>
                <a:ea typeface="Lucida Sans"/>
                <a:cs typeface="Lucida Sans"/>
                <a:sym typeface="Lucida Sans"/>
              </a:defRPr>
            </a:lvl3pPr>
            <a:lvl4pPr marL="1828800" marR="0" lvl="3" indent="-349250" algn="l" rtl="0">
              <a:lnSpc>
                <a:spcPct val="100000"/>
              </a:lnSpc>
              <a:spcBef>
                <a:spcPts val="350"/>
              </a:spcBef>
              <a:spcAft>
                <a:spcPts val="0"/>
              </a:spcAft>
              <a:buClr>
                <a:schemeClr val="accent2"/>
              </a:buClr>
              <a:buSzPts val="1900"/>
              <a:buFont typeface="Noto Sans Symbols"/>
              <a:buChar char="●"/>
              <a:defRPr sz="1900" b="0" i="0" u="none" strike="noStrike" cap="none">
                <a:solidFill>
                  <a:schemeClr val="lt1"/>
                </a:solidFill>
                <a:latin typeface="Lucida Sans"/>
                <a:ea typeface="Lucida Sans"/>
                <a:cs typeface="Lucida Sans"/>
                <a:sym typeface="Lucida Sans"/>
              </a:defRPr>
            </a:lvl4pPr>
            <a:lvl5pPr marL="2286000" marR="0" lvl="4" indent="-342900" algn="l" rtl="0">
              <a:lnSpc>
                <a:spcPct val="100000"/>
              </a:lnSpc>
              <a:spcBef>
                <a:spcPts val="350"/>
              </a:spcBef>
              <a:spcAft>
                <a:spcPts val="0"/>
              </a:spcAft>
              <a:buClr>
                <a:schemeClr val="accent2"/>
              </a:buClr>
              <a:buSzPts val="1800"/>
              <a:buFont typeface="Noto Sans Symbols"/>
              <a:buChar char="●"/>
              <a:defRPr sz="1800" b="0" i="0" u="none" strike="noStrike" cap="none">
                <a:solidFill>
                  <a:schemeClr val="lt1"/>
                </a:solidFill>
                <a:latin typeface="Lucida Sans"/>
                <a:ea typeface="Lucida Sans"/>
                <a:cs typeface="Lucida Sans"/>
                <a:sym typeface="Lucida Sans"/>
              </a:defRPr>
            </a:lvl5pPr>
            <a:lvl6pPr marL="2743200" marR="0" lvl="5" indent="-342900" algn="l" rtl="0">
              <a:lnSpc>
                <a:spcPct val="100000"/>
              </a:lnSpc>
              <a:spcBef>
                <a:spcPts val="350"/>
              </a:spcBef>
              <a:spcAft>
                <a:spcPts val="0"/>
              </a:spcAft>
              <a:buClr>
                <a:schemeClr val="accent3"/>
              </a:buClr>
              <a:buSzPts val="1800"/>
              <a:buFont typeface="Noto Sans Symbols"/>
              <a:buChar char="■"/>
              <a:defRPr sz="1800" b="0" i="0" u="none" strike="noStrike" cap="none">
                <a:solidFill>
                  <a:schemeClr val="lt1"/>
                </a:solidFill>
                <a:latin typeface="Lucida Sans"/>
                <a:ea typeface="Lucida Sans"/>
                <a:cs typeface="Lucida Sans"/>
                <a:sym typeface="Lucida Sans"/>
              </a:defRPr>
            </a:lvl6pPr>
            <a:lvl7pPr marL="3200400" marR="0" lvl="6" indent="-330200" algn="l" rtl="0">
              <a:lnSpc>
                <a:spcPct val="100000"/>
              </a:lnSpc>
              <a:spcBef>
                <a:spcPts val="350"/>
              </a:spcBef>
              <a:spcAft>
                <a:spcPts val="0"/>
              </a:spcAft>
              <a:buClr>
                <a:schemeClr val="accent3"/>
              </a:buClr>
              <a:buSzPts val="1600"/>
              <a:buFont typeface="Noto Sans Symbols"/>
              <a:buChar char="■"/>
              <a:defRPr sz="1600" b="0" i="0" u="none" strike="noStrike" cap="none">
                <a:solidFill>
                  <a:schemeClr val="lt1"/>
                </a:solidFill>
                <a:latin typeface="Lucida Sans"/>
                <a:ea typeface="Lucida Sans"/>
                <a:cs typeface="Lucida Sans"/>
                <a:sym typeface="Lucida Sans"/>
              </a:defRPr>
            </a:lvl7pPr>
            <a:lvl8pPr marL="3657600" marR="0" lvl="7" indent="-330200" algn="l" rtl="0">
              <a:lnSpc>
                <a:spcPct val="100000"/>
              </a:lnSpc>
              <a:spcBef>
                <a:spcPts val="350"/>
              </a:spcBef>
              <a:spcAft>
                <a:spcPts val="0"/>
              </a:spcAft>
              <a:buClr>
                <a:schemeClr val="accent3"/>
              </a:buClr>
              <a:buSzPts val="1600"/>
              <a:buFont typeface="Noto Sans Symbols"/>
              <a:buChar char="■"/>
              <a:defRPr sz="1600" b="0" i="0" u="none" strike="noStrike" cap="none">
                <a:solidFill>
                  <a:schemeClr val="lt1"/>
                </a:solidFill>
                <a:latin typeface="Lucida Sans"/>
                <a:ea typeface="Lucida Sans"/>
                <a:cs typeface="Lucida Sans"/>
                <a:sym typeface="Lucida Sans"/>
              </a:defRPr>
            </a:lvl8pPr>
            <a:lvl9pPr marL="4114800" marR="0" lvl="8" indent="-330200" algn="l" rtl="0">
              <a:lnSpc>
                <a:spcPct val="100000"/>
              </a:lnSpc>
              <a:spcBef>
                <a:spcPts val="350"/>
              </a:spcBef>
              <a:spcAft>
                <a:spcPts val="0"/>
              </a:spcAft>
              <a:buClr>
                <a:schemeClr val="accent3"/>
              </a:buClr>
              <a:buSzPts val="1600"/>
              <a:buFont typeface="Noto Sans Symbols"/>
              <a:buChar char="■"/>
              <a:defRPr sz="1600" b="0" i="0" u="none" strike="noStrike" cap="none">
                <a:solidFill>
                  <a:schemeClr val="lt1"/>
                </a:solidFill>
                <a:latin typeface="Lucida Sans"/>
                <a:ea typeface="Lucida Sans"/>
                <a:cs typeface="Lucida Sans"/>
                <a:sym typeface="Lucida Sans"/>
              </a:defRPr>
            </a:lvl9pPr>
          </a:lstStyle>
          <a:p>
            <a:endParaRPr/>
          </a:p>
        </p:txBody>
      </p:sp>
      <p:sp>
        <p:nvSpPr>
          <p:cNvPr id="48" name="Google Shape;48;p6"/>
          <p:cNvSpPr txBox="1">
            <a:spLocks noGrp="1"/>
          </p:cNvSpPr>
          <p:nvPr>
            <p:ph type="dt" idx="10"/>
          </p:nvPr>
        </p:nvSpPr>
        <p:spPr>
          <a:xfrm>
            <a:off x="6727825" y="6408737"/>
            <a:ext cx="1919400" cy="3651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lt1"/>
                </a:solidFill>
                <a:latin typeface="Lucida Sans"/>
                <a:ea typeface="Lucida Sans"/>
                <a:cs typeface="Lucida Sans"/>
                <a:sym typeface="Lucid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9pPr>
          </a:lstStyle>
          <a:p>
            <a:endParaRPr/>
          </a:p>
        </p:txBody>
      </p:sp>
      <p:sp>
        <p:nvSpPr>
          <p:cNvPr id="49" name="Google Shape;49;p6"/>
          <p:cNvSpPr txBox="1">
            <a:spLocks noGrp="1"/>
          </p:cNvSpPr>
          <p:nvPr>
            <p:ph type="ftr" idx="11"/>
          </p:nvPr>
        </p:nvSpPr>
        <p:spPr>
          <a:xfrm>
            <a:off x="4379912" y="6408737"/>
            <a:ext cx="2351100" cy="3651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9pPr>
          </a:lstStyle>
          <a:p>
            <a:endParaRPr/>
          </a:p>
        </p:txBody>
      </p:sp>
      <p:sp>
        <p:nvSpPr>
          <p:cNvPr id="50" name="Google Shape;50;p6"/>
          <p:cNvSpPr txBox="1">
            <a:spLocks noGrp="1"/>
          </p:cNvSpPr>
          <p:nvPr>
            <p:ph type="sldNum" idx="12"/>
          </p:nvPr>
        </p:nvSpPr>
        <p:spPr>
          <a:xfrm>
            <a:off x="8647112" y="6408737"/>
            <a:ext cx="366600" cy="3651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chemeClr val="lt1"/>
              </a:buClr>
              <a:buSzPts val="1000"/>
              <a:buFont typeface="Lucida Sans"/>
              <a:buNone/>
              <a:defRPr sz="1000" b="0" i="0" u="none" strike="noStrike" cap="none">
                <a:solidFill>
                  <a:schemeClr val="lt1"/>
                </a:solidFill>
                <a:latin typeface="Lucida Sans"/>
                <a:ea typeface="Lucida Sans"/>
                <a:cs typeface="Lucida Sans"/>
                <a:sym typeface="Lucida Sans"/>
              </a:defRPr>
            </a:lvl1pPr>
            <a:lvl2pPr marL="0" marR="0" lvl="1" indent="0" algn="r" rtl="0">
              <a:lnSpc>
                <a:spcPct val="100000"/>
              </a:lnSpc>
              <a:spcBef>
                <a:spcPts val="0"/>
              </a:spcBef>
              <a:spcAft>
                <a:spcPts val="0"/>
              </a:spcAft>
              <a:buClr>
                <a:schemeClr val="lt1"/>
              </a:buClr>
              <a:buSzPts val="1000"/>
              <a:buFont typeface="Lucida Sans"/>
              <a:buNone/>
              <a:defRPr sz="1000" b="0" i="0" u="none" strike="noStrike" cap="none">
                <a:solidFill>
                  <a:schemeClr val="lt1"/>
                </a:solidFill>
                <a:latin typeface="Lucida Sans"/>
                <a:ea typeface="Lucida Sans"/>
                <a:cs typeface="Lucida Sans"/>
                <a:sym typeface="Lucida Sans"/>
              </a:defRPr>
            </a:lvl2pPr>
            <a:lvl3pPr marL="0" marR="0" lvl="2" indent="0" algn="r" rtl="0">
              <a:lnSpc>
                <a:spcPct val="100000"/>
              </a:lnSpc>
              <a:spcBef>
                <a:spcPts val="0"/>
              </a:spcBef>
              <a:spcAft>
                <a:spcPts val="0"/>
              </a:spcAft>
              <a:buClr>
                <a:schemeClr val="lt1"/>
              </a:buClr>
              <a:buSzPts val="1000"/>
              <a:buFont typeface="Lucida Sans"/>
              <a:buNone/>
              <a:defRPr sz="1000" b="0" i="0" u="none" strike="noStrike" cap="none">
                <a:solidFill>
                  <a:schemeClr val="lt1"/>
                </a:solidFill>
                <a:latin typeface="Lucida Sans"/>
                <a:ea typeface="Lucida Sans"/>
                <a:cs typeface="Lucida Sans"/>
                <a:sym typeface="Lucida Sans"/>
              </a:defRPr>
            </a:lvl3pPr>
            <a:lvl4pPr marL="0" marR="0" lvl="3" indent="0" algn="r" rtl="0">
              <a:lnSpc>
                <a:spcPct val="100000"/>
              </a:lnSpc>
              <a:spcBef>
                <a:spcPts val="0"/>
              </a:spcBef>
              <a:spcAft>
                <a:spcPts val="0"/>
              </a:spcAft>
              <a:buClr>
                <a:schemeClr val="lt1"/>
              </a:buClr>
              <a:buSzPts val="1000"/>
              <a:buFont typeface="Lucida Sans"/>
              <a:buNone/>
              <a:defRPr sz="1000" b="0" i="0" u="none" strike="noStrike" cap="none">
                <a:solidFill>
                  <a:schemeClr val="lt1"/>
                </a:solidFill>
                <a:latin typeface="Lucida Sans"/>
                <a:ea typeface="Lucida Sans"/>
                <a:cs typeface="Lucida Sans"/>
                <a:sym typeface="Lucida Sans"/>
              </a:defRPr>
            </a:lvl4pPr>
            <a:lvl5pPr marL="0" marR="0" lvl="4" indent="0" algn="r" rtl="0">
              <a:lnSpc>
                <a:spcPct val="100000"/>
              </a:lnSpc>
              <a:spcBef>
                <a:spcPts val="0"/>
              </a:spcBef>
              <a:spcAft>
                <a:spcPts val="0"/>
              </a:spcAft>
              <a:buClr>
                <a:schemeClr val="lt1"/>
              </a:buClr>
              <a:buSzPts val="1000"/>
              <a:buFont typeface="Lucida Sans"/>
              <a:buNone/>
              <a:defRPr sz="1000" b="0" i="0" u="none" strike="noStrike" cap="none">
                <a:solidFill>
                  <a:schemeClr val="lt1"/>
                </a:solidFill>
                <a:latin typeface="Lucida Sans"/>
                <a:ea typeface="Lucida Sans"/>
                <a:cs typeface="Lucida Sans"/>
                <a:sym typeface="Lucida Sans"/>
              </a:defRPr>
            </a:lvl5pPr>
            <a:lvl6pPr marL="0" marR="0" lvl="5" indent="0" algn="r" rtl="0">
              <a:lnSpc>
                <a:spcPct val="100000"/>
              </a:lnSpc>
              <a:spcBef>
                <a:spcPts val="0"/>
              </a:spcBef>
              <a:spcAft>
                <a:spcPts val="0"/>
              </a:spcAft>
              <a:buClr>
                <a:schemeClr val="lt1"/>
              </a:buClr>
              <a:buSzPts val="1000"/>
              <a:buFont typeface="Lucida Sans"/>
              <a:buNone/>
              <a:defRPr sz="1000" b="0" i="0" u="none" strike="noStrike" cap="none">
                <a:solidFill>
                  <a:schemeClr val="lt1"/>
                </a:solidFill>
                <a:latin typeface="Lucida Sans"/>
                <a:ea typeface="Lucida Sans"/>
                <a:cs typeface="Lucida Sans"/>
                <a:sym typeface="Lucida Sans"/>
              </a:defRPr>
            </a:lvl6pPr>
            <a:lvl7pPr marL="0" marR="0" lvl="6" indent="0" algn="r" rtl="0">
              <a:lnSpc>
                <a:spcPct val="100000"/>
              </a:lnSpc>
              <a:spcBef>
                <a:spcPts val="0"/>
              </a:spcBef>
              <a:spcAft>
                <a:spcPts val="0"/>
              </a:spcAft>
              <a:buClr>
                <a:schemeClr val="lt1"/>
              </a:buClr>
              <a:buSzPts val="1000"/>
              <a:buFont typeface="Lucida Sans"/>
              <a:buNone/>
              <a:defRPr sz="1000" b="0" i="0" u="none" strike="noStrike" cap="none">
                <a:solidFill>
                  <a:schemeClr val="lt1"/>
                </a:solidFill>
                <a:latin typeface="Lucida Sans"/>
                <a:ea typeface="Lucida Sans"/>
                <a:cs typeface="Lucida Sans"/>
                <a:sym typeface="Lucida Sans"/>
              </a:defRPr>
            </a:lvl7pPr>
            <a:lvl8pPr marL="0" marR="0" lvl="7" indent="0" algn="r" rtl="0">
              <a:lnSpc>
                <a:spcPct val="100000"/>
              </a:lnSpc>
              <a:spcBef>
                <a:spcPts val="0"/>
              </a:spcBef>
              <a:spcAft>
                <a:spcPts val="0"/>
              </a:spcAft>
              <a:buClr>
                <a:schemeClr val="lt1"/>
              </a:buClr>
              <a:buSzPts val="1000"/>
              <a:buFont typeface="Lucida Sans"/>
              <a:buNone/>
              <a:defRPr sz="1000" b="0" i="0" u="none" strike="noStrike" cap="none">
                <a:solidFill>
                  <a:schemeClr val="lt1"/>
                </a:solidFill>
                <a:latin typeface="Lucida Sans"/>
                <a:ea typeface="Lucida Sans"/>
                <a:cs typeface="Lucida Sans"/>
                <a:sym typeface="Lucida Sans"/>
              </a:defRPr>
            </a:lvl8pPr>
            <a:lvl9pPr marL="0" marR="0" lvl="8" indent="0" algn="r" rtl="0">
              <a:lnSpc>
                <a:spcPct val="100000"/>
              </a:lnSpc>
              <a:spcBef>
                <a:spcPts val="0"/>
              </a:spcBef>
              <a:spcAft>
                <a:spcPts val="0"/>
              </a:spcAft>
              <a:buClr>
                <a:schemeClr val="lt1"/>
              </a:buClr>
              <a:buSzPts val="1000"/>
              <a:buFont typeface="Lucida Sans"/>
              <a:buNone/>
              <a:defRPr sz="1000" b="0" i="0" u="none" strike="noStrike" cap="none">
                <a:solidFill>
                  <a:schemeClr val="lt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2" r:id="rId1"/>
  </p:sldLayoutIdLst>
  <mc:AlternateContent xmlns:mc="http://schemas.openxmlformats.org/markup-compatibility/2006" xmlns:p14="http://schemas.microsoft.com/office/powerpoint/2010/main">
    <mc:Choice Requires="p14">
      <p:transition spd="slow" p14:dur="13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8"/>
          <p:cNvSpPr txBox="1">
            <a:spLocks noGrp="1"/>
          </p:cNvSpPr>
          <p:nvPr>
            <p:ph type="title" idx="4294967295"/>
          </p:nvPr>
        </p:nvSpPr>
        <p:spPr>
          <a:xfrm>
            <a:off x="1635206" y="326349"/>
            <a:ext cx="5873587" cy="1573799"/>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0"/>
              </a:spcBef>
              <a:spcAft>
                <a:spcPts val="0"/>
              </a:spcAft>
              <a:buClr>
                <a:schemeClr val="dk1"/>
              </a:buClr>
              <a:buSzPts val="5778"/>
              <a:buFont typeface="Arial"/>
              <a:buNone/>
            </a:pPr>
            <a:endParaRPr sz="3200" dirty="0">
              <a:solidFill>
                <a:schemeClr val="dk1"/>
              </a:solidFill>
              <a:latin typeface="Times New Roman"/>
              <a:ea typeface="Times New Roman"/>
              <a:cs typeface="Times New Roman"/>
              <a:sym typeface="Times New Roman"/>
            </a:endParaRPr>
          </a:p>
          <a:p>
            <a:pPr marL="0" lvl="0" indent="0" algn="ctr" rtl="0">
              <a:lnSpc>
                <a:spcPct val="115000"/>
              </a:lnSpc>
              <a:spcBef>
                <a:spcPts val="0"/>
              </a:spcBef>
              <a:spcAft>
                <a:spcPts val="0"/>
              </a:spcAft>
              <a:buClr>
                <a:schemeClr val="dk1"/>
              </a:buClr>
              <a:buSzPts val="5778"/>
              <a:buFont typeface="Arial"/>
              <a:buNone/>
            </a:pPr>
            <a:r>
              <a:rPr lang="en-US" sz="3200" dirty="0">
                <a:solidFill>
                  <a:schemeClr val="dk1"/>
                </a:solidFill>
                <a:latin typeface="Times New Roman"/>
                <a:ea typeface="Times New Roman"/>
                <a:cs typeface="Times New Roman"/>
                <a:sym typeface="Times New Roman"/>
              </a:rPr>
              <a:t>A Secure Aware Efficient Routing Protocol for Efficient and Reliable FPANETS</a:t>
            </a:r>
            <a:endParaRPr sz="3200"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2"/>
              </a:buClr>
              <a:buSzPts val="2800"/>
              <a:buFont typeface="Lucida Sans"/>
              <a:buNone/>
            </a:pPr>
            <a:endParaRPr sz="3200" dirty="0">
              <a:latin typeface="Times New Roman"/>
              <a:ea typeface="Times New Roman"/>
              <a:cs typeface="Times New Roman"/>
              <a:sym typeface="Times New Roman"/>
            </a:endParaRPr>
          </a:p>
        </p:txBody>
      </p:sp>
      <p:sp>
        <p:nvSpPr>
          <p:cNvPr id="61" name="Google Shape;61;p8"/>
          <p:cNvSpPr txBox="1"/>
          <p:nvPr/>
        </p:nvSpPr>
        <p:spPr>
          <a:xfrm>
            <a:off x="8647112" y="6408737"/>
            <a:ext cx="366712" cy="36512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000"/>
              <a:buFont typeface="Lucida Sans"/>
              <a:buNone/>
            </a:pPr>
            <a:fld id="{00000000-1234-1234-1234-123412341234}" type="slidenum">
              <a:rPr lang="en-US" sz="1000" b="0" i="0" u="none" strike="noStrike" cap="none">
                <a:solidFill>
                  <a:schemeClr val="dk1"/>
                </a:solidFill>
                <a:latin typeface="Lucida Sans"/>
                <a:ea typeface="Lucida Sans"/>
                <a:cs typeface="Lucida Sans"/>
                <a:sym typeface="Lucida Sans"/>
              </a:rPr>
              <a:t>1</a:t>
            </a:fld>
            <a:endParaRPr sz="1400" b="0" i="0" u="none" strike="noStrike" cap="none">
              <a:solidFill>
                <a:srgbClr val="000000"/>
              </a:solidFill>
              <a:latin typeface="Arial"/>
              <a:ea typeface="Arial"/>
              <a:cs typeface="Arial"/>
              <a:sym typeface="Arial"/>
            </a:endParaRPr>
          </a:p>
        </p:txBody>
      </p:sp>
      <p:sp>
        <p:nvSpPr>
          <p:cNvPr id="62" name="Google Shape;62;p8"/>
          <p:cNvSpPr txBox="1"/>
          <p:nvPr/>
        </p:nvSpPr>
        <p:spPr>
          <a:xfrm>
            <a:off x="737225" y="3198275"/>
            <a:ext cx="3909000" cy="15738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chemeClr val="dk1"/>
              </a:buClr>
              <a:buSzPts val="2800"/>
              <a:buFont typeface="Arial"/>
              <a:buNone/>
            </a:pPr>
            <a:r>
              <a:rPr lang="en-US" sz="2400" b="1" i="0" u="none" strike="noStrike" cap="none" dirty="0">
                <a:solidFill>
                  <a:schemeClr val="dk1"/>
                </a:solidFill>
                <a:latin typeface="Times New Roman"/>
                <a:ea typeface="Times New Roman"/>
                <a:cs typeface="Times New Roman"/>
                <a:sym typeface="Times New Roman"/>
              </a:rPr>
              <a:t>GUIDE :</a:t>
            </a:r>
            <a:r>
              <a:rPr lang="en-US" sz="2400" i="0" u="none" strike="noStrike" cap="none" dirty="0">
                <a:solidFill>
                  <a:schemeClr val="dk1"/>
                </a:solidFill>
                <a:latin typeface="Times New Roman"/>
                <a:ea typeface="Times New Roman"/>
                <a:cs typeface="Times New Roman"/>
                <a:sym typeface="Times New Roman"/>
              </a:rPr>
              <a:t> </a:t>
            </a:r>
            <a:endParaRPr sz="2400" i="0" u="none" strike="noStrike" cap="none" dirty="0">
              <a:solidFill>
                <a:schemeClr val="dk1"/>
              </a:solidFill>
              <a:latin typeface="Times New Roman"/>
              <a:ea typeface="Times New Roman"/>
              <a:cs typeface="Times New Roman"/>
              <a:sym typeface="Times New Roman"/>
            </a:endParaRPr>
          </a:p>
          <a:p>
            <a:pPr marL="0" marR="0" lvl="0" indent="0" algn="ctr" rtl="0">
              <a:lnSpc>
                <a:spcPct val="115000"/>
              </a:lnSpc>
              <a:spcBef>
                <a:spcPts val="0"/>
              </a:spcBef>
              <a:spcAft>
                <a:spcPts val="0"/>
              </a:spcAft>
              <a:buClr>
                <a:schemeClr val="dk1"/>
              </a:buClr>
              <a:buSzPts val="2800"/>
              <a:buFont typeface="Arial"/>
              <a:buNone/>
            </a:pPr>
            <a:r>
              <a:rPr lang="en-US" sz="2800" i="0" u="none" strike="noStrike" cap="none" dirty="0">
                <a:solidFill>
                  <a:schemeClr val="dk1"/>
                </a:solidFill>
                <a:latin typeface="Times New Roman"/>
                <a:ea typeface="Times New Roman"/>
                <a:cs typeface="Times New Roman"/>
                <a:sym typeface="Times New Roman"/>
              </a:rPr>
              <a:t>Dr. P. </a:t>
            </a:r>
            <a:r>
              <a:rPr lang="en-US" sz="2800" dirty="0">
                <a:solidFill>
                  <a:schemeClr val="dk1"/>
                </a:solidFill>
                <a:latin typeface="Times New Roman"/>
                <a:ea typeface="Times New Roman"/>
                <a:cs typeface="Times New Roman"/>
                <a:sym typeface="Times New Roman"/>
              </a:rPr>
              <a:t>AROCKIA MARY</a:t>
            </a:r>
            <a:r>
              <a:rPr lang="en-US" sz="2800" i="0" u="none" strike="noStrike" cap="none" dirty="0">
                <a:solidFill>
                  <a:schemeClr val="dk1"/>
                </a:solidFill>
                <a:latin typeface="Times New Roman"/>
                <a:ea typeface="Times New Roman"/>
                <a:cs typeface="Times New Roman"/>
                <a:sym typeface="Times New Roman"/>
              </a:rPr>
              <a:t> Prof./IT</a:t>
            </a:r>
            <a:endParaRPr sz="2800" i="0" u="none" strike="noStrike" cap="none" dirty="0">
              <a:solidFill>
                <a:schemeClr val="dk1"/>
              </a:solidFill>
              <a:latin typeface="Times New Roman"/>
              <a:ea typeface="Times New Roman"/>
              <a:cs typeface="Times New Roman"/>
              <a:sym typeface="Times New Roman"/>
            </a:endParaRPr>
          </a:p>
          <a:p>
            <a:pPr marL="0" marR="0" lvl="0" indent="0" algn="ctr" rtl="0">
              <a:lnSpc>
                <a:spcPct val="115000"/>
              </a:lnSpc>
              <a:spcBef>
                <a:spcPts val="0"/>
              </a:spcBef>
              <a:spcAft>
                <a:spcPts val="0"/>
              </a:spcAft>
              <a:buClr>
                <a:schemeClr val="dk1"/>
              </a:buClr>
              <a:buSzPts val="1100"/>
              <a:buFont typeface="Arial"/>
              <a:buNone/>
            </a:pPr>
            <a:endParaRPr sz="2800" i="0" u="none" strike="noStrike" cap="none" dirty="0">
              <a:solidFill>
                <a:schemeClr val="dk1"/>
              </a:solidFill>
              <a:latin typeface="Times New Roman"/>
              <a:ea typeface="Times New Roman"/>
              <a:cs typeface="Times New Roman"/>
              <a:sym typeface="Times New Roman"/>
            </a:endParaRPr>
          </a:p>
          <a:p>
            <a:pPr marL="0" marR="0" lvl="0" indent="0" algn="ctr" rtl="0">
              <a:lnSpc>
                <a:spcPct val="115000"/>
              </a:lnSpc>
              <a:spcBef>
                <a:spcPts val="0"/>
              </a:spcBef>
              <a:spcAft>
                <a:spcPts val="0"/>
              </a:spcAft>
              <a:buClr>
                <a:schemeClr val="dk1"/>
              </a:buClr>
              <a:buSzPts val="2800"/>
              <a:buFont typeface="Arial"/>
              <a:buNone/>
            </a:pPr>
            <a:endParaRPr sz="280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700"/>
              <a:buFont typeface="Arial"/>
              <a:buNone/>
            </a:pPr>
            <a:endParaRPr sz="2700" i="0" u="none" strike="noStrike" cap="none" dirty="0">
              <a:solidFill>
                <a:schemeClr val="dk1"/>
              </a:solidFill>
              <a:latin typeface="Times New Roman"/>
              <a:ea typeface="Times New Roman"/>
              <a:cs typeface="Times New Roman"/>
              <a:sym typeface="Times New Roman"/>
            </a:endParaRPr>
          </a:p>
        </p:txBody>
      </p:sp>
      <p:sp>
        <p:nvSpPr>
          <p:cNvPr id="63" name="Google Shape;63;p8"/>
          <p:cNvSpPr txBox="1"/>
          <p:nvPr/>
        </p:nvSpPr>
        <p:spPr>
          <a:xfrm>
            <a:off x="5063500" y="3198275"/>
            <a:ext cx="5188800" cy="3303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200"/>
              <a:buFont typeface="Arial"/>
              <a:buNone/>
            </a:pPr>
            <a:r>
              <a:rPr lang="en-US" sz="2200" b="1" i="0" u="none" strike="noStrike" cap="none" dirty="0">
                <a:solidFill>
                  <a:schemeClr val="dk1"/>
                </a:solidFill>
                <a:latin typeface="Times New Roman"/>
                <a:ea typeface="Times New Roman"/>
                <a:cs typeface="Times New Roman"/>
                <a:sym typeface="Times New Roman"/>
              </a:rPr>
              <a:t>TEAM MEMBERS :</a:t>
            </a:r>
            <a:endParaRPr sz="22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2200"/>
              <a:buFont typeface="Arial"/>
              <a:buNone/>
            </a:pPr>
            <a:r>
              <a:rPr lang="en-US" sz="2200" b="1" i="0" u="none" strike="noStrike" cap="none" dirty="0">
                <a:solidFill>
                  <a:schemeClr val="dk1"/>
                </a:solidFill>
                <a:latin typeface="Times New Roman"/>
                <a:ea typeface="Times New Roman"/>
                <a:cs typeface="Times New Roman"/>
                <a:sym typeface="Times New Roman"/>
              </a:rPr>
              <a:t>                             </a:t>
            </a:r>
            <a:endParaRPr sz="2200" b="1" i="0" u="none" strike="noStrike" cap="none" dirty="0">
              <a:solidFill>
                <a:schemeClr val="dk1"/>
              </a:solidFill>
              <a:latin typeface="Times New Roman"/>
              <a:ea typeface="Times New Roman"/>
              <a:cs typeface="Times New Roman"/>
              <a:sym typeface="Times New Roman"/>
            </a:endParaRPr>
          </a:p>
          <a:p>
            <a:pPr marL="457200" marR="0" lvl="0" indent="-368300" algn="l" rtl="0">
              <a:lnSpc>
                <a:spcPct val="115000"/>
              </a:lnSpc>
              <a:spcBef>
                <a:spcPts val="0"/>
              </a:spcBef>
              <a:spcAft>
                <a:spcPts val="0"/>
              </a:spcAft>
              <a:buClr>
                <a:schemeClr val="dk1"/>
              </a:buClr>
              <a:buSzPts val="2200"/>
              <a:buFont typeface="Times New Roman"/>
              <a:buChar char="●"/>
            </a:pPr>
            <a:r>
              <a:rPr lang="en-US" sz="2200" i="0" u="none" strike="noStrike" cap="none" dirty="0">
                <a:solidFill>
                  <a:schemeClr val="dk1"/>
                </a:solidFill>
                <a:latin typeface="Times New Roman"/>
                <a:ea typeface="Times New Roman"/>
                <a:cs typeface="Times New Roman"/>
                <a:sym typeface="Times New Roman"/>
              </a:rPr>
              <a:t> BALAJI S </a:t>
            </a:r>
            <a:endParaRPr sz="2200" i="0" u="none" strike="noStrike" cap="none" dirty="0">
              <a:solidFill>
                <a:schemeClr val="dk1"/>
              </a:solidFill>
              <a:latin typeface="Times New Roman"/>
              <a:ea typeface="Times New Roman"/>
              <a:cs typeface="Times New Roman"/>
              <a:sym typeface="Times New Roman"/>
            </a:endParaRPr>
          </a:p>
          <a:p>
            <a:pPr marL="457200" marR="0" lvl="0" indent="-368300" algn="l" rtl="0">
              <a:lnSpc>
                <a:spcPct val="115000"/>
              </a:lnSpc>
              <a:spcBef>
                <a:spcPts val="0"/>
              </a:spcBef>
              <a:spcAft>
                <a:spcPts val="0"/>
              </a:spcAft>
              <a:buClr>
                <a:schemeClr val="dk1"/>
              </a:buClr>
              <a:buSzPts val="2200"/>
              <a:buFont typeface="Times New Roman"/>
              <a:buChar char="●"/>
            </a:pPr>
            <a:r>
              <a:rPr lang="en-US" sz="2200" i="0" u="none" strike="noStrike" cap="none" dirty="0">
                <a:solidFill>
                  <a:schemeClr val="dk1"/>
                </a:solidFill>
                <a:latin typeface="Times New Roman"/>
                <a:ea typeface="Times New Roman"/>
                <a:cs typeface="Times New Roman"/>
                <a:sym typeface="Times New Roman"/>
              </a:rPr>
              <a:t> DEEPAK R</a:t>
            </a:r>
            <a:endParaRPr sz="2200" i="0" u="none" strike="noStrike" cap="none" dirty="0">
              <a:solidFill>
                <a:schemeClr val="dk1"/>
              </a:solidFill>
              <a:latin typeface="Times New Roman"/>
              <a:ea typeface="Times New Roman"/>
              <a:cs typeface="Times New Roman"/>
              <a:sym typeface="Times New Roman"/>
            </a:endParaRPr>
          </a:p>
          <a:p>
            <a:pPr marL="457200" marR="0" lvl="0" indent="-368300" algn="l" rtl="0">
              <a:lnSpc>
                <a:spcPct val="115000"/>
              </a:lnSpc>
              <a:spcBef>
                <a:spcPts val="0"/>
              </a:spcBef>
              <a:spcAft>
                <a:spcPts val="0"/>
              </a:spcAft>
              <a:buClr>
                <a:schemeClr val="dk1"/>
              </a:buClr>
              <a:buSzPts val="2200"/>
              <a:buFont typeface="Times New Roman"/>
              <a:buChar char="●"/>
            </a:pPr>
            <a:r>
              <a:rPr lang="en-US" sz="2200" i="0" u="none" strike="noStrike" cap="none" dirty="0">
                <a:solidFill>
                  <a:schemeClr val="dk1"/>
                </a:solidFill>
                <a:latin typeface="Times New Roman"/>
                <a:ea typeface="Times New Roman"/>
                <a:cs typeface="Times New Roman"/>
                <a:sym typeface="Times New Roman"/>
              </a:rPr>
              <a:t> ARAVINTH R</a:t>
            </a:r>
            <a:endParaRPr sz="2200" i="0" u="none" strike="noStrike" cap="none" dirty="0">
              <a:solidFill>
                <a:schemeClr val="dk1"/>
              </a:solidFill>
              <a:latin typeface="Times New Roman"/>
              <a:ea typeface="Times New Roman"/>
              <a:cs typeface="Times New Roman"/>
              <a:sym typeface="Times New Roman"/>
            </a:endParaRPr>
          </a:p>
          <a:p>
            <a:pPr marL="457200" marR="0" lvl="0" indent="-368300" algn="l" rtl="0">
              <a:lnSpc>
                <a:spcPct val="115000"/>
              </a:lnSpc>
              <a:spcBef>
                <a:spcPts val="0"/>
              </a:spcBef>
              <a:spcAft>
                <a:spcPts val="0"/>
              </a:spcAft>
              <a:buClr>
                <a:schemeClr val="dk1"/>
              </a:buClr>
              <a:buSzPts val="2200"/>
              <a:buFont typeface="Times New Roman"/>
              <a:buChar char="●"/>
            </a:pPr>
            <a:r>
              <a:rPr lang="en-US" sz="2200" i="0" u="none" strike="noStrike" cap="none" dirty="0">
                <a:solidFill>
                  <a:schemeClr val="dk1"/>
                </a:solidFill>
                <a:latin typeface="Times New Roman"/>
                <a:ea typeface="Times New Roman"/>
                <a:cs typeface="Times New Roman"/>
                <a:sym typeface="Times New Roman"/>
              </a:rPr>
              <a:t> NAVADEEPAK C</a:t>
            </a:r>
            <a:endParaRPr sz="220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00"/>
              <a:buFont typeface="Arial"/>
              <a:buNone/>
            </a:pPr>
            <a:endParaRPr sz="2200"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2800"/>
              <a:buFont typeface="Arial"/>
              <a:buNone/>
            </a:pPr>
            <a:endParaRPr sz="22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200"/>
              <a:buFont typeface="Arial"/>
              <a:buNone/>
            </a:pPr>
            <a:endParaRPr sz="2200" i="0" u="none" strike="noStrike" cap="none" dirty="0">
              <a:solidFill>
                <a:schemeClr val="dk1"/>
              </a:solidFill>
              <a:latin typeface="Times New Roman"/>
              <a:ea typeface="Times New Roman"/>
              <a:cs typeface="Times New Roman"/>
              <a:sym typeface="Times New Roman"/>
            </a:endParaRPr>
          </a:p>
        </p:txBody>
      </p:sp>
      <p:pic>
        <p:nvPicPr>
          <p:cNvPr id="2" name="Google Shape;88;g22509c78cbe_0_0" descr="See the source image">
            <a:extLst>
              <a:ext uri="{FF2B5EF4-FFF2-40B4-BE49-F238E27FC236}">
                <a16:creationId xmlns:a16="http://schemas.microsoft.com/office/drawing/2014/main" id="{C4EA6D3D-7AE9-8016-8A86-6D458760A909}"/>
              </a:ext>
            </a:extLst>
          </p:cNvPr>
          <p:cNvPicPr preferRelativeResize="0"/>
          <p:nvPr/>
        </p:nvPicPr>
        <p:blipFill rotWithShape="1">
          <a:blip r:embed="rId3">
            <a:alphaModFix/>
          </a:blip>
          <a:srcRect/>
          <a:stretch/>
        </p:blipFill>
        <p:spPr>
          <a:xfrm>
            <a:off x="269215" y="435101"/>
            <a:ext cx="1365991" cy="1394131"/>
          </a:xfrm>
          <a:prstGeom prst="rect">
            <a:avLst/>
          </a:prstGeom>
          <a:noFill/>
          <a:ln>
            <a:noFill/>
          </a:ln>
        </p:spPr>
      </p:pic>
      <p:pic>
        <p:nvPicPr>
          <p:cNvPr id="3" name="Google Shape;91;g22509c78cbe_0_0">
            <a:extLst>
              <a:ext uri="{FF2B5EF4-FFF2-40B4-BE49-F238E27FC236}">
                <a16:creationId xmlns:a16="http://schemas.microsoft.com/office/drawing/2014/main" id="{3F1BBB80-5B3D-D491-93CC-94B40653A83A}"/>
              </a:ext>
            </a:extLst>
          </p:cNvPr>
          <p:cNvPicPr preferRelativeResize="0"/>
          <p:nvPr/>
        </p:nvPicPr>
        <p:blipFill rotWithShape="1">
          <a:blip r:embed="rId4">
            <a:alphaModFix/>
          </a:blip>
          <a:srcRect/>
          <a:stretch/>
        </p:blipFill>
        <p:spPr>
          <a:xfrm>
            <a:off x="7295362" y="439453"/>
            <a:ext cx="1718462" cy="13475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0"/>
          <p:cNvSpPr txBox="1">
            <a:spLocks noGrp="1"/>
          </p:cNvSpPr>
          <p:nvPr>
            <p:ph type="body" idx="1"/>
          </p:nvPr>
        </p:nvSpPr>
        <p:spPr>
          <a:xfrm>
            <a:off x="292137" y="851112"/>
            <a:ext cx="8229600" cy="5040300"/>
          </a:xfrm>
          <a:prstGeom prst="rect">
            <a:avLst/>
          </a:prstGeom>
          <a:noFill/>
          <a:ln>
            <a:noFill/>
          </a:ln>
        </p:spPr>
        <p:txBody>
          <a:bodyPr spcFirstLastPara="1" wrap="square" lIns="91425" tIns="45700" rIns="91425" bIns="45700" anchor="t" anchorCtr="0">
            <a:noAutofit/>
          </a:bodyPr>
          <a:lstStyle/>
          <a:p>
            <a:pPr marL="365125" marR="0" lvl="0" indent="-313499" algn="just" rtl="0">
              <a:lnSpc>
                <a:spcPct val="115000"/>
              </a:lnSpc>
              <a:spcBef>
                <a:spcPts val="0"/>
              </a:spcBef>
              <a:spcAft>
                <a:spcPts val="0"/>
              </a:spcAft>
              <a:buClr>
                <a:schemeClr val="accent1"/>
              </a:buClr>
              <a:buSzPts val="2000"/>
              <a:buFont typeface="Times New Roman"/>
              <a:buChar char="●"/>
            </a:pPr>
            <a:r>
              <a:rPr lang="en-US" sz="2000" i="0" u="none" strike="noStrike" cap="none">
                <a:solidFill>
                  <a:schemeClr val="dk1"/>
                </a:solidFill>
                <a:latin typeface="Times New Roman"/>
                <a:ea typeface="Times New Roman"/>
                <a:cs typeface="Times New Roman"/>
                <a:sym typeface="Times New Roman"/>
              </a:rPr>
              <a:t>In recent years, the capabilities and roles of Unmanned Aerial Vehicles (UAVs) have rapidly evolved,The focus is use of multiple UAVs, which are integrated into teams that can coordinate to achieve high-level goals. </a:t>
            </a:r>
            <a:endParaRPr sz="2000">
              <a:latin typeface="Times New Roman"/>
              <a:ea typeface="Times New Roman"/>
              <a:cs typeface="Times New Roman"/>
              <a:sym typeface="Times New Roman"/>
            </a:endParaRPr>
          </a:p>
          <a:p>
            <a:pPr marL="365125" marR="0" lvl="0" indent="-313499" algn="just" rtl="0">
              <a:lnSpc>
                <a:spcPct val="115000"/>
              </a:lnSpc>
              <a:spcBef>
                <a:spcPts val="400"/>
              </a:spcBef>
              <a:spcAft>
                <a:spcPts val="0"/>
              </a:spcAft>
              <a:buClr>
                <a:schemeClr val="accent1"/>
              </a:buClr>
              <a:buSzPts val="2000"/>
              <a:buFont typeface="Times New Roman"/>
              <a:buChar char="●"/>
            </a:pPr>
            <a:r>
              <a:rPr lang="en-US" sz="2000" i="0" u="none" strike="noStrike" cap="none">
                <a:solidFill>
                  <a:schemeClr val="dk1"/>
                </a:solidFill>
                <a:latin typeface="Times New Roman"/>
                <a:ea typeface="Times New Roman"/>
                <a:cs typeface="Times New Roman"/>
                <a:sym typeface="Times New Roman"/>
              </a:rPr>
              <a:t>Setting up an ad-hoc network between flying UAVs is a challenging issue, and requirements can differ from traditional networks, Mobile Ad-hoc Networks (MANETs) and flying Ad-hoc Networks with flower pol</a:t>
            </a:r>
            <a:r>
              <a:rPr lang="en-US" sz="2000">
                <a:latin typeface="Times New Roman"/>
                <a:ea typeface="Times New Roman"/>
                <a:cs typeface="Times New Roman"/>
                <a:sym typeface="Times New Roman"/>
              </a:rPr>
              <a:t>lination</a:t>
            </a:r>
            <a:r>
              <a:rPr lang="en-US" sz="2000" i="0" u="none" strike="noStrike" cap="none">
                <a:solidFill>
                  <a:schemeClr val="dk1"/>
                </a:solidFill>
                <a:latin typeface="Times New Roman"/>
                <a:ea typeface="Times New Roman"/>
                <a:cs typeface="Times New Roman"/>
                <a:sym typeface="Times New Roman"/>
              </a:rPr>
              <a:t> algorithm protocol (FPANETs) in terms of node mobility, shortest path, end to end delay connectivity, security routing, service quality, application areas, etc. </a:t>
            </a:r>
            <a:endParaRPr sz="2000">
              <a:latin typeface="Times New Roman"/>
              <a:ea typeface="Times New Roman"/>
              <a:cs typeface="Times New Roman"/>
              <a:sym typeface="Times New Roman"/>
            </a:endParaRPr>
          </a:p>
          <a:p>
            <a:pPr marL="365125" marR="0" lvl="0" indent="-313499" algn="just" rtl="0">
              <a:lnSpc>
                <a:spcPct val="115000"/>
              </a:lnSpc>
              <a:spcBef>
                <a:spcPts val="400"/>
              </a:spcBef>
              <a:spcAft>
                <a:spcPts val="0"/>
              </a:spcAft>
              <a:buClr>
                <a:schemeClr val="accent1"/>
              </a:buClr>
              <a:buSzPts val="2000"/>
              <a:buFont typeface="Times New Roman"/>
              <a:buChar char="●"/>
            </a:pPr>
            <a:r>
              <a:rPr lang="en-US" sz="2000" i="0" u="none" strike="noStrike" cap="none">
                <a:solidFill>
                  <a:schemeClr val="dk1"/>
                </a:solidFill>
                <a:latin typeface="Times New Roman"/>
                <a:ea typeface="Times New Roman"/>
                <a:cs typeface="Times New Roman"/>
                <a:sym typeface="Times New Roman"/>
              </a:rPr>
              <a:t>This project identifies the challenges with using UAVs as relay nodes in an ad-hoc manner, introduces network models of UAVs, and depicts open research issues with analyzing opportunities and future work.</a:t>
            </a:r>
            <a:endParaRPr sz="2000">
              <a:latin typeface="Times New Roman"/>
              <a:ea typeface="Times New Roman"/>
              <a:cs typeface="Times New Roman"/>
              <a:sym typeface="Times New Roman"/>
            </a:endParaRPr>
          </a:p>
        </p:txBody>
      </p:sp>
      <p:sp>
        <p:nvSpPr>
          <p:cNvPr id="75" name="Google Shape;75;p10"/>
          <p:cNvSpPr txBox="1"/>
          <p:nvPr/>
        </p:nvSpPr>
        <p:spPr>
          <a:xfrm>
            <a:off x="8647112" y="6408737"/>
            <a:ext cx="366712" cy="36512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000"/>
              <a:buFont typeface="Lucida Sans"/>
              <a:buNone/>
            </a:pPr>
            <a:fld id="{00000000-1234-1234-1234-123412341234}" type="slidenum">
              <a:rPr lang="en-US" sz="1000" b="0" i="0" u="none" strike="noStrike" cap="none">
                <a:solidFill>
                  <a:schemeClr val="dk1"/>
                </a:solidFill>
                <a:latin typeface="Lucida Sans"/>
                <a:ea typeface="Lucida Sans"/>
                <a:cs typeface="Lucida Sans"/>
                <a:sym typeface="Lucida Sans"/>
              </a:rPr>
              <a:t>2</a:t>
            </a:fld>
            <a:endParaRPr sz="1400" b="0" i="0" u="none" strike="noStrike" cap="none">
              <a:solidFill>
                <a:srgbClr val="000000"/>
              </a:solidFill>
              <a:latin typeface="Arial"/>
              <a:ea typeface="Arial"/>
              <a:cs typeface="Arial"/>
              <a:sym typeface="Arial"/>
            </a:endParaRPr>
          </a:p>
        </p:txBody>
      </p:sp>
      <p:sp>
        <p:nvSpPr>
          <p:cNvPr id="76" name="Google Shape;76;p10"/>
          <p:cNvSpPr txBox="1">
            <a:spLocks noGrp="1"/>
          </p:cNvSpPr>
          <p:nvPr>
            <p:ph type="title" idx="4294967295"/>
          </p:nvPr>
        </p:nvSpPr>
        <p:spPr>
          <a:xfrm>
            <a:off x="292125" y="-12"/>
            <a:ext cx="8229600" cy="11430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2"/>
              </a:buClr>
              <a:buSzPts val="3600"/>
              <a:buFont typeface="Comic Sans MS"/>
              <a:buNone/>
            </a:pPr>
            <a:r>
              <a:rPr lang="en-US" sz="3600" i="0" u="none" strike="noStrike" cap="none">
                <a:solidFill>
                  <a:schemeClr val="dk2"/>
                </a:solidFill>
                <a:latin typeface="Times New Roman"/>
                <a:ea typeface="Times New Roman"/>
                <a:cs typeface="Times New Roman"/>
                <a:sym typeface="Times New Roman"/>
              </a:rPr>
              <a:t>ABSTRACT</a:t>
            </a:r>
            <a:endParaRPr sz="3600" i="0" u="none" strike="noStrike" cap="none">
              <a:solidFill>
                <a:schemeClr val="dk2"/>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1"/>
          <p:cNvSpPr txBox="1">
            <a:spLocks noGrp="1"/>
          </p:cNvSpPr>
          <p:nvPr>
            <p:ph type="body" idx="1"/>
          </p:nvPr>
        </p:nvSpPr>
        <p:spPr>
          <a:xfrm>
            <a:off x="269175" y="1135700"/>
            <a:ext cx="8417700" cy="4830900"/>
          </a:xfrm>
          <a:prstGeom prst="rect">
            <a:avLst/>
          </a:prstGeom>
          <a:noFill/>
          <a:ln>
            <a:noFill/>
          </a:ln>
        </p:spPr>
        <p:txBody>
          <a:bodyPr spcFirstLastPara="1" wrap="square" lIns="91425" tIns="45700" rIns="91425" bIns="45700" anchor="t" anchorCtr="0">
            <a:normAutofit/>
          </a:bodyPr>
          <a:lstStyle/>
          <a:p>
            <a:pPr marL="457200" marR="0" lvl="0" indent="-355600" algn="just" rtl="0">
              <a:lnSpc>
                <a:spcPct val="150000"/>
              </a:lnSpc>
              <a:spcBef>
                <a:spcPts val="400"/>
              </a:spcBef>
              <a:spcAft>
                <a:spcPts val="0"/>
              </a:spcAft>
              <a:buClr>
                <a:srgbClr val="1F1F1F"/>
              </a:buClr>
              <a:buSzPts val="2000"/>
              <a:buChar char="●"/>
            </a:pPr>
            <a:r>
              <a:rPr lang="en-US" sz="2000">
                <a:solidFill>
                  <a:srgbClr val="1F1F1F"/>
                </a:solidFill>
                <a:highlight>
                  <a:srgbClr val="FFFFFF"/>
                </a:highlight>
                <a:latin typeface="Times New Roman"/>
                <a:ea typeface="Times New Roman"/>
                <a:cs typeface="Times New Roman"/>
                <a:sym typeface="Times New Roman"/>
              </a:rPr>
              <a:t>The growing capabilities of UAVs are opening doors for coordinated teams to tackle complex tasks. This requires innovative networking solutions that can function on these highly mobile platforms. Unlike traditional networks, these UAV ad-hoc networks (UAVANETs) face unique challenges due to factors like rapid movement and dynamic network structures. </a:t>
            </a:r>
            <a:endParaRPr sz="2000">
              <a:solidFill>
                <a:srgbClr val="1F1F1F"/>
              </a:solidFill>
              <a:highlight>
                <a:srgbClr val="FFFFFF"/>
              </a:highlight>
              <a:latin typeface="Times New Roman"/>
              <a:ea typeface="Times New Roman"/>
              <a:cs typeface="Times New Roman"/>
              <a:sym typeface="Times New Roman"/>
            </a:endParaRPr>
          </a:p>
          <a:p>
            <a:pPr marL="457200" marR="0" lvl="0" indent="-355600" algn="just" rtl="0">
              <a:lnSpc>
                <a:spcPct val="150000"/>
              </a:lnSpc>
              <a:spcBef>
                <a:spcPts val="0"/>
              </a:spcBef>
              <a:spcAft>
                <a:spcPts val="0"/>
              </a:spcAft>
              <a:buClr>
                <a:srgbClr val="1F1F1F"/>
              </a:buClr>
              <a:buSzPts val="2000"/>
              <a:buFont typeface="Times New Roman"/>
              <a:buChar char="●"/>
            </a:pPr>
            <a:r>
              <a:rPr lang="en-US" sz="2000">
                <a:solidFill>
                  <a:srgbClr val="1F1F1F"/>
                </a:solidFill>
                <a:highlight>
                  <a:srgbClr val="FFFFFF"/>
                </a:highlight>
                <a:latin typeface="Times New Roman"/>
                <a:ea typeface="Times New Roman"/>
                <a:cs typeface="Times New Roman"/>
                <a:sym typeface="Times New Roman"/>
              </a:rPr>
              <a:t>This project delves into the challenges and opportunities of using UAVs as relay nodes in an ad-hoc manner. It explores new network models specifically designed for UAVs and identifies key areas for future research to unlock the full potential of cooperative UAV teams.</a:t>
            </a:r>
            <a:endParaRPr sz="2000" i="0" u="none">
              <a:solidFill>
                <a:schemeClr val="dk1"/>
              </a:solidFill>
              <a:latin typeface="Times New Roman"/>
              <a:ea typeface="Times New Roman"/>
              <a:cs typeface="Times New Roman"/>
              <a:sym typeface="Times New Roman"/>
            </a:endParaRPr>
          </a:p>
        </p:txBody>
      </p:sp>
      <p:sp>
        <p:nvSpPr>
          <p:cNvPr id="82" name="Google Shape;82;p11"/>
          <p:cNvSpPr txBox="1"/>
          <p:nvPr/>
        </p:nvSpPr>
        <p:spPr>
          <a:xfrm>
            <a:off x="8647112" y="6408737"/>
            <a:ext cx="366600" cy="3651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000"/>
              <a:buFont typeface="Lucida Sans"/>
              <a:buNone/>
            </a:pPr>
            <a:fld id="{00000000-1234-1234-1234-123412341234}" type="slidenum">
              <a:rPr lang="en-US" sz="1000" b="0" i="0" u="none" strike="noStrike" cap="none">
                <a:solidFill>
                  <a:schemeClr val="dk1"/>
                </a:solidFill>
                <a:latin typeface="Lucida Sans"/>
                <a:ea typeface="Lucida Sans"/>
                <a:cs typeface="Lucida Sans"/>
                <a:sym typeface="Lucida Sans"/>
              </a:rPr>
              <a:t>3</a:t>
            </a:fld>
            <a:endParaRPr sz="1400" b="0" i="0" u="none" strike="noStrike" cap="none">
              <a:solidFill>
                <a:srgbClr val="000000"/>
              </a:solidFill>
              <a:latin typeface="Arial"/>
              <a:ea typeface="Arial"/>
              <a:cs typeface="Arial"/>
              <a:sym typeface="Arial"/>
            </a:endParaRPr>
          </a:p>
        </p:txBody>
      </p:sp>
      <p:sp>
        <p:nvSpPr>
          <p:cNvPr id="83" name="Google Shape;83;p11"/>
          <p:cNvSpPr txBox="1">
            <a:spLocks noGrp="1"/>
          </p:cNvSpPr>
          <p:nvPr>
            <p:ph type="title" idx="4294967295"/>
          </p:nvPr>
        </p:nvSpPr>
        <p:spPr>
          <a:xfrm>
            <a:off x="417500" y="274638"/>
            <a:ext cx="8229600" cy="9447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2"/>
              </a:buClr>
              <a:buSzPts val="3600"/>
              <a:buFont typeface="Comic Sans MS"/>
              <a:buNone/>
            </a:pPr>
            <a:r>
              <a:rPr lang="en-US" sz="3600">
                <a:latin typeface="Times New Roman"/>
                <a:ea typeface="Times New Roman"/>
                <a:cs typeface="Times New Roman"/>
                <a:sym typeface="Times New Roman"/>
              </a:rPr>
              <a:t>INTRODUCTION </a:t>
            </a:r>
            <a:endParaRPr sz="36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2"/>
          <p:cNvSpPr txBox="1">
            <a:spLocks noGrp="1"/>
          </p:cNvSpPr>
          <p:nvPr>
            <p:ph type="body" idx="1"/>
          </p:nvPr>
        </p:nvSpPr>
        <p:spPr>
          <a:xfrm>
            <a:off x="457200" y="1066800"/>
            <a:ext cx="8229600" cy="4830900"/>
          </a:xfrm>
          <a:prstGeom prst="rect">
            <a:avLst/>
          </a:prstGeom>
          <a:noFill/>
          <a:ln>
            <a:noFill/>
          </a:ln>
        </p:spPr>
        <p:txBody>
          <a:bodyPr spcFirstLastPara="1" wrap="square" lIns="91425" tIns="45700" rIns="91425" bIns="45700" anchor="t" anchorCtr="0">
            <a:normAutofit/>
          </a:bodyPr>
          <a:lstStyle/>
          <a:p>
            <a:pPr marL="365125" marR="0" lvl="0" indent="-278955" algn="just" rtl="0">
              <a:lnSpc>
                <a:spcPct val="150000"/>
              </a:lnSpc>
              <a:spcBef>
                <a:spcPts val="0"/>
              </a:spcBef>
              <a:spcAft>
                <a:spcPts val="0"/>
              </a:spcAft>
              <a:buClr>
                <a:schemeClr val="accent1"/>
              </a:buClr>
              <a:buSzPts val="2000"/>
              <a:buFont typeface="Times New Roman"/>
              <a:buChar char="✔"/>
            </a:pPr>
            <a:r>
              <a:rPr lang="en-US" sz="2000" i="0" u="none" strike="noStrike" cap="none">
                <a:solidFill>
                  <a:schemeClr val="dk1"/>
                </a:solidFill>
                <a:latin typeface="Times New Roman"/>
                <a:ea typeface="Times New Roman"/>
                <a:cs typeface="Times New Roman"/>
                <a:sym typeface="Times New Roman"/>
              </a:rPr>
              <a:t>The aim of this proposal is to design maximum throughput communication framework using UAVs</a:t>
            </a:r>
            <a:endParaRPr sz="2000">
              <a:latin typeface="Times New Roman"/>
              <a:ea typeface="Times New Roman"/>
              <a:cs typeface="Times New Roman"/>
              <a:sym typeface="Times New Roman"/>
            </a:endParaRPr>
          </a:p>
          <a:p>
            <a:pPr marL="365125" marR="0" lvl="0" indent="-278955" algn="just" rtl="0">
              <a:lnSpc>
                <a:spcPct val="150000"/>
              </a:lnSpc>
              <a:spcBef>
                <a:spcPts val="400"/>
              </a:spcBef>
              <a:spcAft>
                <a:spcPts val="0"/>
              </a:spcAft>
              <a:buClr>
                <a:schemeClr val="accent1"/>
              </a:buClr>
              <a:buSzPts val="2000"/>
              <a:buFont typeface="Times New Roman"/>
              <a:buChar char="✔"/>
            </a:pPr>
            <a:r>
              <a:rPr lang="en-US" sz="2000" i="0" u="none" strike="noStrike" cap="none">
                <a:solidFill>
                  <a:schemeClr val="dk1"/>
                </a:solidFill>
                <a:latin typeface="Times New Roman"/>
                <a:ea typeface="Times New Roman"/>
                <a:cs typeface="Times New Roman"/>
                <a:sym typeface="Times New Roman"/>
              </a:rPr>
              <a:t>To reduce power consumption, number of nodes, Time</a:t>
            </a:r>
            <a:endParaRPr sz="2000">
              <a:latin typeface="Times New Roman"/>
              <a:ea typeface="Times New Roman"/>
              <a:cs typeface="Times New Roman"/>
              <a:sym typeface="Times New Roman"/>
            </a:endParaRPr>
          </a:p>
          <a:p>
            <a:pPr marL="365125" marR="0" lvl="0" indent="-278955" algn="just" rtl="0">
              <a:lnSpc>
                <a:spcPct val="150000"/>
              </a:lnSpc>
              <a:spcBef>
                <a:spcPts val="400"/>
              </a:spcBef>
              <a:spcAft>
                <a:spcPts val="0"/>
              </a:spcAft>
              <a:buClr>
                <a:schemeClr val="accent1"/>
              </a:buClr>
              <a:buSzPts val="2000"/>
              <a:buFont typeface="Times New Roman"/>
              <a:buChar char="✔"/>
            </a:pPr>
            <a:r>
              <a:rPr lang="en-US" sz="2000" i="0" u="none" strike="noStrike" cap="none">
                <a:solidFill>
                  <a:schemeClr val="dk1"/>
                </a:solidFill>
                <a:latin typeface="Times New Roman"/>
                <a:ea typeface="Times New Roman"/>
                <a:cs typeface="Times New Roman"/>
                <a:sym typeface="Times New Roman"/>
              </a:rPr>
              <a:t>To increase efficiency of system</a:t>
            </a:r>
            <a:endParaRPr sz="2000">
              <a:latin typeface="Times New Roman"/>
              <a:ea typeface="Times New Roman"/>
              <a:cs typeface="Times New Roman"/>
              <a:sym typeface="Times New Roman"/>
            </a:endParaRPr>
          </a:p>
          <a:p>
            <a:pPr marL="365125" marR="0" lvl="0" indent="-151955" algn="just" rtl="0">
              <a:lnSpc>
                <a:spcPct val="150000"/>
              </a:lnSpc>
              <a:spcBef>
                <a:spcPts val="400"/>
              </a:spcBef>
              <a:spcAft>
                <a:spcPts val="0"/>
              </a:spcAft>
              <a:buClr>
                <a:schemeClr val="accent1"/>
              </a:buClr>
              <a:buSzPts val="1632"/>
              <a:buFont typeface="Noto Sans Symbols"/>
              <a:buNone/>
            </a:pPr>
            <a:endParaRPr sz="2000" b="0" i="0" u="none">
              <a:solidFill>
                <a:schemeClr val="dk1"/>
              </a:solidFill>
              <a:latin typeface="Lucida Sans"/>
              <a:ea typeface="Lucida Sans"/>
              <a:cs typeface="Lucida Sans"/>
              <a:sym typeface="Lucida Sans"/>
            </a:endParaRPr>
          </a:p>
        </p:txBody>
      </p:sp>
      <p:sp>
        <p:nvSpPr>
          <p:cNvPr id="89" name="Google Shape;89;p12"/>
          <p:cNvSpPr txBox="1"/>
          <p:nvPr/>
        </p:nvSpPr>
        <p:spPr>
          <a:xfrm>
            <a:off x="8647112" y="6408737"/>
            <a:ext cx="366712" cy="36512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000"/>
              <a:buFont typeface="Lucida Sans"/>
              <a:buNone/>
            </a:pPr>
            <a:fld id="{00000000-1234-1234-1234-123412341234}" type="slidenum">
              <a:rPr lang="en-US" sz="1000" b="0" i="0" u="none" strike="noStrike" cap="none">
                <a:solidFill>
                  <a:schemeClr val="dk1"/>
                </a:solidFill>
                <a:latin typeface="Lucida Sans"/>
                <a:ea typeface="Lucida Sans"/>
                <a:cs typeface="Lucida Sans"/>
                <a:sym typeface="Lucida Sans"/>
              </a:rPr>
              <a:t>4</a:t>
            </a:fld>
            <a:endParaRPr sz="1400" b="0" i="0" u="none" strike="noStrike" cap="none">
              <a:solidFill>
                <a:srgbClr val="000000"/>
              </a:solidFill>
              <a:latin typeface="Arial"/>
              <a:ea typeface="Arial"/>
              <a:cs typeface="Arial"/>
              <a:sym typeface="Arial"/>
            </a:endParaRPr>
          </a:p>
        </p:txBody>
      </p:sp>
      <p:sp>
        <p:nvSpPr>
          <p:cNvPr id="90" name="Google Shape;90;p12"/>
          <p:cNvSpPr txBox="1">
            <a:spLocks noGrp="1"/>
          </p:cNvSpPr>
          <p:nvPr>
            <p:ph type="title" idx="4294967295"/>
          </p:nvPr>
        </p:nvSpPr>
        <p:spPr>
          <a:xfrm>
            <a:off x="457200" y="274638"/>
            <a:ext cx="8229600" cy="944562"/>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2"/>
              </a:buClr>
              <a:buSzPts val="3600"/>
              <a:buFont typeface="Comic Sans MS"/>
              <a:buNone/>
            </a:pPr>
            <a:r>
              <a:rPr lang="en-US" sz="3600" i="0" u="none" strike="noStrike" cap="none">
                <a:solidFill>
                  <a:schemeClr val="dk2"/>
                </a:solidFill>
                <a:latin typeface="Times New Roman"/>
                <a:ea typeface="Times New Roman"/>
                <a:cs typeface="Times New Roman"/>
                <a:sym typeface="Times New Roman"/>
              </a:rPr>
              <a:t>OBJECTIVE </a:t>
            </a:r>
            <a:endParaRPr sz="3600" i="0" u="none" strike="noStrike" cap="none">
              <a:solidFill>
                <a:schemeClr val="dk2"/>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graphicFrame>
        <p:nvGraphicFramePr>
          <p:cNvPr id="95" name="Google Shape;95;p13"/>
          <p:cNvGraphicFramePr/>
          <p:nvPr/>
        </p:nvGraphicFramePr>
        <p:xfrm>
          <a:off x="12" y="910175"/>
          <a:ext cx="9166225" cy="6008675"/>
        </p:xfrm>
        <a:graphic>
          <a:graphicData uri="http://schemas.openxmlformats.org/drawingml/2006/table">
            <a:tbl>
              <a:tblPr>
                <a:noFill/>
                <a:tableStyleId>{B99C6F39-E080-4658-BB8A-1BB538E6C111}</a:tableStyleId>
              </a:tblPr>
              <a:tblGrid>
                <a:gridCol w="1913775">
                  <a:extLst>
                    <a:ext uri="{9D8B030D-6E8A-4147-A177-3AD203B41FA5}">
                      <a16:colId xmlns:a16="http://schemas.microsoft.com/office/drawing/2014/main" val="20000"/>
                    </a:ext>
                  </a:extLst>
                </a:gridCol>
                <a:gridCol w="1736000">
                  <a:extLst>
                    <a:ext uri="{9D8B030D-6E8A-4147-A177-3AD203B41FA5}">
                      <a16:colId xmlns:a16="http://schemas.microsoft.com/office/drawing/2014/main" val="20001"/>
                    </a:ext>
                  </a:extLst>
                </a:gridCol>
                <a:gridCol w="2194525">
                  <a:extLst>
                    <a:ext uri="{9D8B030D-6E8A-4147-A177-3AD203B41FA5}">
                      <a16:colId xmlns:a16="http://schemas.microsoft.com/office/drawing/2014/main" val="20002"/>
                    </a:ext>
                  </a:extLst>
                </a:gridCol>
                <a:gridCol w="2043875">
                  <a:extLst>
                    <a:ext uri="{9D8B030D-6E8A-4147-A177-3AD203B41FA5}">
                      <a16:colId xmlns:a16="http://schemas.microsoft.com/office/drawing/2014/main" val="20003"/>
                    </a:ext>
                  </a:extLst>
                </a:gridCol>
                <a:gridCol w="1278050">
                  <a:extLst>
                    <a:ext uri="{9D8B030D-6E8A-4147-A177-3AD203B41FA5}">
                      <a16:colId xmlns:a16="http://schemas.microsoft.com/office/drawing/2014/main" val="20004"/>
                    </a:ext>
                  </a:extLst>
                </a:gridCol>
              </a:tblGrid>
              <a:tr h="990200">
                <a:tc>
                  <a:txBody>
                    <a:bodyPr/>
                    <a:lstStyle/>
                    <a:p>
                      <a:pPr marL="0" marR="0" lvl="0" indent="0" algn="ctr" rtl="0">
                        <a:lnSpc>
                          <a:spcPct val="250000"/>
                        </a:lnSpc>
                        <a:spcBef>
                          <a:spcPts val="0"/>
                        </a:spcBef>
                        <a:spcAft>
                          <a:spcPts val="0"/>
                        </a:spcAft>
                        <a:buClr>
                          <a:srgbClr val="FFFFFF"/>
                        </a:buClr>
                        <a:buSzPts val="1400"/>
                        <a:buFont typeface="Lucida Sans"/>
                        <a:buNone/>
                      </a:pPr>
                      <a:r>
                        <a:rPr lang="en-US" sz="1400" b="1" i="0" u="none" strike="noStrike" cap="none">
                          <a:solidFill>
                            <a:srgbClr val="FFFFFF"/>
                          </a:solidFill>
                          <a:latin typeface="Times New Roman"/>
                          <a:ea typeface="Times New Roman"/>
                          <a:cs typeface="Times New Roman"/>
                          <a:sym typeface="Times New Roman"/>
                        </a:rPr>
                        <a:t> TITLE      </a:t>
                      </a:r>
                      <a:endParaRPr sz="1400"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7D3C4A"/>
                    </a:solidFill>
                  </a:tcPr>
                </a:tc>
                <a:tc>
                  <a:txBody>
                    <a:bodyPr/>
                    <a:lstStyle/>
                    <a:p>
                      <a:pPr marL="0" marR="0" lvl="0" indent="0" algn="l" rtl="0">
                        <a:lnSpc>
                          <a:spcPct val="250000"/>
                        </a:lnSpc>
                        <a:spcBef>
                          <a:spcPts val="0"/>
                        </a:spcBef>
                        <a:spcAft>
                          <a:spcPts val="0"/>
                        </a:spcAft>
                        <a:buClr>
                          <a:srgbClr val="FFFFFF"/>
                        </a:buClr>
                        <a:buSzPts val="1400"/>
                        <a:buFont typeface="Lucida Sans"/>
                        <a:buNone/>
                      </a:pPr>
                      <a:r>
                        <a:rPr lang="en-US" b="1">
                          <a:solidFill>
                            <a:srgbClr val="FFFFFF"/>
                          </a:solidFill>
                          <a:latin typeface="Times New Roman"/>
                          <a:ea typeface="Times New Roman"/>
                          <a:cs typeface="Times New Roman"/>
                          <a:sym typeface="Times New Roman"/>
                        </a:rPr>
                        <a:t>       </a:t>
                      </a:r>
                      <a:r>
                        <a:rPr lang="en-US" sz="1400" b="1" i="0" u="none" strike="noStrike" cap="none">
                          <a:solidFill>
                            <a:srgbClr val="FFFFFF"/>
                          </a:solidFill>
                          <a:latin typeface="Times New Roman"/>
                          <a:ea typeface="Times New Roman"/>
                          <a:cs typeface="Times New Roman"/>
                          <a:sym typeface="Times New Roman"/>
                        </a:rPr>
                        <a:t>AUTHOR         </a:t>
                      </a:r>
                      <a:endParaRPr sz="1400"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7D3C4A"/>
                    </a:solidFill>
                  </a:tcPr>
                </a:tc>
                <a:tc>
                  <a:txBody>
                    <a:bodyPr/>
                    <a:lstStyle/>
                    <a:p>
                      <a:pPr marL="0" marR="0" lvl="0" indent="0" algn="l" rtl="0">
                        <a:lnSpc>
                          <a:spcPct val="100000"/>
                        </a:lnSpc>
                        <a:spcBef>
                          <a:spcPts val="0"/>
                        </a:spcBef>
                        <a:spcAft>
                          <a:spcPts val="0"/>
                        </a:spcAft>
                        <a:buClr>
                          <a:srgbClr val="FFFFFF"/>
                        </a:buClr>
                        <a:buSzPts val="1400"/>
                        <a:buFont typeface="Lucida Sans"/>
                        <a:buNone/>
                      </a:pPr>
                      <a:r>
                        <a:rPr lang="en-US" b="1">
                          <a:solidFill>
                            <a:srgbClr val="FFFFFF"/>
                          </a:solidFill>
                          <a:latin typeface="Times New Roman"/>
                          <a:ea typeface="Times New Roman"/>
                          <a:cs typeface="Times New Roman"/>
                          <a:sym typeface="Times New Roman"/>
                        </a:rPr>
                        <a:t>            </a:t>
                      </a:r>
                      <a:r>
                        <a:rPr lang="en-US" sz="1400" b="1" i="0" u="none" strike="noStrike" cap="none">
                          <a:solidFill>
                            <a:srgbClr val="FFFFFF"/>
                          </a:solidFill>
                          <a:latin typeface="Times New Roman"/>
                          <a:ea typeface="Times New Roman"/>
                          <a:cs typeface="Times New Roman"/>
                          <a:sym typeface="Times New Roman"/>
                        </a:rPr>
                        <a:t>MERITS     </a:t>
                      </a:r>
                      <a:endParaRPr sz="1400"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7D3C4A"/>
                    </a:solidFill>
                  </a:tcPr>
                </a:tc>
                <a:tc>
                  <a:txBody>
                    <a:bodyPr/>
                    <a:lstStyle/>
                    <a:p>
                      <a:pPr marL="0" marR="0" lvl="0" indent="0" algn="ctr" rtl="0">
                        <a:lnSpc>
                          <a:spcPct val="100000"/>
                        </a:lnSpc>
                        <a:spcBef>
                          <a:spcPts val="0"/>
                        </a:spcBef>
                        <a:spcAft>
                          <a:spcPts val="0"/>
                        </a:spcAft>
                        <a:buClr>
                          <a:srgbClr val="FFFFFF"/>
                        </a:buClr>
                        <a:buSzPts val="1400"/>
                        <a:buFont typeface="Lucida Sans"/>
                        <a:buNone/>
                      </a:pPr>
                      <a:r>
                        <a:rPr lang="en-US" sz="1400" b="1" i="0" u="none" strike="noStrike" cap="none">
                          <a:solidFill>
                            <a:srgbClr val="FFFFFF"/>
                          </a:solidFill>
                          <a:latin typeface="Times New Roman"/>
                          <a:ea typeface="Times New Roman"/>
                          <a:cs typeface="Times New Roman"/>
                          <a:sym typeface="Times New Roman"/>
                        </a:rPr>
                        <a:t>DEMERITS</a:t>
                      </a:r>
                      <a:endParaRPr sz="1400"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7D3C4A"/>
                    </a:solidFill>
                  </a:tcPr>
                </a:tc>
                <a:tc>
                  <a:txBody>
                    <a:bodyPr/>
                    <a:lstStyle/>
                    <a:p>
                      <a:pPr marL="0" marR="0" lvl="0" indent="0" algn="l" rtl="0">
                        <a:lnSpc>
                          <a:spcPct val="100000"/>
                        </a:lnSpc>
                        <a:spcBef>
                          <a:spcPts val="0"/>
                        </a:spcBef>
                        <a:spcAft>
                          <a:spcPts val="0"/>
                        </a:spcAft>
                        <a:buClr>
                          <a:srgbClr val="FFFFFF"/>
                        </a:buClr>
                        <a:buSzPts val="1400"/>
                        <a:buFont typeface="Lucida Sans"/>
                        <a:buNone/>
                      </a:pPr>
                      <a:r>
                        <a:rPr lang="en-US" b="1">
                          <a:solidFill>
                            <a:srgbClr val="FFFFFF"/>
                          </a:solidFill>
                          <a:latin typeface="Times New Roman"/>
                          <a:ea typeface="Times New Roman"/>
                          <a:cs typeface="Times New Roman"/>
                          <a:sym typeface="Times New Roman"/>
                        </a:rPr>
                        <a:t>    </a:t>
                      </a:r>
                      <a:r>
                        <a:rPr lang="en-US" sz="1400" b="1" i="0" u="none" strike="noStrike" cap="none">
                          <a:solidFill>
                            <a:srgbClr val="FFFFFF"/>
                          </a:solidFill>
                          <a:latin typeface="Times New Roman"/>
                          <a:ea typeface="Times New Roman"/>
                          <a:cs typeface="Times New Roman"/>
                          <a:sym typeface="Times New Roman"/>
                        </a:rPr>
                        <a:t> YEAR</a:t>
                      </a:r>
                      <a:endParaRPr sz="1400"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7D3C4A"/>
                    </a:solidFill>
                  </a:tcPr>
                </a:tc>
                <a:extLst>
                  <a:ext uri="{0D108BD9-81ED-4DB2-BD59-A6C34878D82A}">
                    <a16:rowId xmlns:a16="http://schemas.microsoft.com/office/drawing/2014/main" val="10000"/>
                  </a:ext>
                </a:extLst>
              </a:tr>
              <a:tr h="1324100">
                <a:tc>
                  <a:txBody>
                    <a:bodyPr/>
                    <a:lstStyle/>
                    <a:p>
                      <a:pPr marL="0" marR="0" lvl="0" indent="0" algn="l" rtl="0">
                        <a:lnSpc>
                          <a:spcPct val="115000"/>
                        </a:lnSpc>
                        <a:spcBef>
                          <a:spcPts val="0"/>
                        </a:spcBef>
                        <a:spcAft>
                          <a:spcPts val="0"/>
                        </a:spcAft>
                        <a:buClr>
                          <a:srgbClr val="000000"/>
                        </a:buClr>
                        <a:buSzPts val="1200"/>
                        <a:buFont typeface="Lucida Sans"/>
                        <a:buNone/>
                      </a:pPr>
                      <a:r>
                        <a:rPr lang="en-US" i="0" u="none" strike="noStrike" cap="none">
                          <a:solidFill>
                            <a:srgbClr val="000000"/>
                          </a:solidFill>
                          <a:latin typeface="Times New Roman"/>
                          <a:ea typeface="Times New Roman"/>
                          <a:cs typeface="Times New Roman"/>
                          <a:sym typeface="Times New Roman"/>
                        </a:rPr>
                        <a:t>Wireless network design for control systems</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7CED0"/>
                    </a:solidFill>
                  </a:tcPr>
                </a:tc>
                <a:tc>
                  <a:txBody>
                    <a:bodyPr/>
                    <a:lstStyle/>
                    <a:p>
                      <a:pPr marL="0" marR="0" lvl="0" indent="0" algn="just" rtl="0">
                        <a:lnSpc>
                          <a:spcPct val="115000"/>
                        </a:lnSpc>
                        <a:spcBef>
                          <a:spcPts val="0"/>
                        </a:spcBef>
                        <a:spcAft>
                          <a:spcPts val="0"/>
                        </a:spcAft>
                        <a:buClr>
                          <a:srgbClr val="000000"/>
                        </a:buClr>
                        <a:buSzPts val="1400"/>
                        <a:buFont typeface="Lucida Sans"/>
                        <a:buNone/>
                      </a:pPr>
                      <a:r>
                        <a:rPr lang="en-US" i="0" u="none" strike="noStrike" cap="none">
                          <a:solidFill>
                            <a:srgbClr val="000000"/>
                          </a:solidFill>
                          <a:latin typeface="Times New Roman"/>
                          <a:ea typeface="Times New Roman"/>
                          <a:cs typeface="Times New Roman"/>
                          <a:sym typeface="Times New Roman"/>
                        </a:rPr>
                        <a:t>P. Park, S. Coleri Ergen, C. Fischione</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7CED0"/>
                    </a:solidFill>
                  </a:tcPr>
                </a:tc>
                <a:tc>
                  <a:txBody>
                    <a:bodyPr/>
                    <a:lstStyle/>
                    <a:p>
                      <a:pPr marL="0" marR="0" lvl="0" indent="0" algn="just" rtl="0">
                        <a:lnSpc>
                          <a:spcPct val="115000"/>
                        </a:lnSpc>
                        <a:spcBef>
                          <a:spcPts val="0"/>
                        </a:spcBef>
                        <a:spcAft>
                          <a:spcPts val="0"/>
                        </a:spcAft>
                        <a:buClr>
                          <a:srgbClr val="000000"/>
                        </a:buClr>
                        <a:buSzPts val="1400"/>
                        <a:buFont typeface="Lucida Sans"/>
                        <a:buNone/>
                      </a:pPr>
                      <a:r>
                        <a:rPr lang="en-US" i="0" u="none" strike="noStrike" cap="none">
                          <a:solidFill>
                            <a:srgbClr val="000000"/>
                          </a:solidFill>
                          <a:latin typeface="Times New Roman"/>
                          <a:ea typeface="Times New Roman"/>
                          <a:cs typeface="Times New Roman"/>
                          <a:sym typeface="Times New Roman"/>
                        </a:rPr>
                        <a:t>Circular disc monopole wireless networks  for future </a:t>
                      </a:r>
                      <a:r>
                        <a:rPr lang="en-US">
                          <a:latin typeface="Times New Roman"/>
                          <a:ea typeface="Times New Roman"/>
                          <a:cs typeface="Times New Roman"/>
                          <a:sym typeface="Times New Roman"/>
                        </a:rPr>
                        <a:t>ultra wideband</a:t>
                      </a:r>
                      <a:r>
                        <a:rPr lang="en-US" i="0" u="none" strike="noStrike" cap="none">
                          <a:solidFill>
                            <a:srgbClr val="000000"/>
                          </a:solidFill>
                          <a:latin typeface="Times New Roman"/>
                          <a:ea typeface="Times New Roman"/>
                          <a:cs typeface="Times New Roman"/>
                          <a:sym typeface="Times New Roman"/>
                        </a:rPr>
                        <a:t> (UWB) applications</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7CED0"/>
                    </a:solidFill>
                  </a:tcPr>
                </a:tc>
                <a:tc>
                  <a:txBody>
                    <a:bodyPr/>
                    <a:lstStyle/>
                    <a:p>
                      <a:pPr marL="0" marR="0" lvl="0" indent="0" algn="just" rtl="0">
                        <a:lnSpc>
                          <a:spcPct val="115000"/>
                        </a:lnSpc>
                        <a:spcBef>
                          <a:spcPts val="0"/>
                        </a:spcBef>
                        <a:spcAft>
                          <a:spcPts val="0"/>
                        </a:spcAft>
                        <a:buClr>
                          <a:srgbClr val="000000"/>
                        </a:buClr>
                        <a:buSzPts val="1400"/>
                        <a:buFont typeface="Lucida Sans"/>
                        <a:buNone/>
                      </a:pPr>
                      <a:r>
                        <a:rPr lang="en-US" i="0" u="none" strike="noStrike" cap="none">
                          <a:solidFill>
                            <a:srgbClr val="000000"/>
                          </a:solidFill>
                          <a:latin typeface="Times New Roman"/>
                          <a:ea typeface="Times New Roman"/>
                          <a:cs typeface="Times New Roman"/>
                          <a:sym typeface="Times New Roman"/>
                        </a:rPr>
                        <a:t>Half duplex only implemented and short range protocol only implemented</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7CED0"/>
                    </a:solidFill>
                  </a:tcPr>
                </a:tc>
                <a:tc>
                  <a:txBody>
                    <a:bodyPr/>
                    <a:lstStyle/>
                    <a:p>
                      <a:pPr marL="0" marR="0" lvl="0" indent="0" algn="ctr" rtl="0">
                        <a:lnSpc>
                          <a:spcPct val="115000"/>
                        </a:lnSpc>
                        <a:spcBef>
                          <a:spcPts val="0"/>
                        </a:spcBef>
                        <a:spcAft>
                          <a:spcPts val="0"/>
                        </a:spcAft>
                        <a:buClr>
                          <a:srgbClr val="000000"/>
                        </a:buClr>
                        <a:buSzPts val="1400"/>
                        <a:buFont typeface="Lucida Sans"/>
                        <a:buNone/>
                      </a:pPr>
                      <a:r>
                        <a:rPr lang="en-US" i="0" u="none" strike="noStrike" cap="none">
                          <a:solidFill>
                            <a:srgbClr val="000000"/>
                          </a:solidFill>
                          <a:latin typeface="Times New Roman"/>
                          <a:ea typeface="Times New Roman"/>
                          <a:cs typeface="Times New Roman"/>
                          <a:sym typeface="Times New Roman"/>
                        </a:rPr>
                        <a:t>2018</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7CED0"/>
                    </a:solidFill>
                  </a:tcPr>
                </a:tc>
                <a:extLst>
                  <a:ext uri="{0D108BD9-81ED-4DB2-BD59-A6C34878D82A}">
                    <a16:rowId xmlns:a16="http://schemas.microsoft.com/office/drawing/2014/main" val="10001"/>
                  </a:ext>
                </a:extLst>
              </a:tr>
              <a:tr h="1610325">
                <a:tc>
                  <a:txBody>
                    <a:bodyPr/>
                    <a:lstStyle/>
                    <a:p>
                      <a:pPr marL="0" marR="0" lvl="0" indent="0" algn="l" rtl="0">
                        <a:lnSpc>
                          <a:spcPct val="115000"/>
                        </a:lnSpc>
                        <a:spcBef>
                          <a:spcPts val="0"/>
                        </a:spcBef>
                        <a:spcAft>
                          <a:spcPts val="0"/>
                        </a:spcAft>
                        <a:buClr>
                          <a:srgbClr val="000000"/>
                        </a:buClr>
                        <a:buSzPts val="1600"/>
                        <a:buFont typeface="Lucida Sans"/>
                        <a:buNone/>
                      </a:pPr>
                      <a:r>
                        <a:rPr lang="en-US" i="0" u="none" strike="noStrike" cap="none">
                          <a:solidFill>
                            <a:srgbClr val="000000"/>
                          </a:solidFill>
                          <a:latin typeface="Times New Roman"/>
                          <a:ea typeface="Times New Roman"/>
                          <a:cs typeface="Times New Roman"/>
                          <a:sym typeface="Times New Roman"/>
                        </a:rPr>
                        <a:t>Intravehicular </a:t>
                      </a:r>
                      <a:r>
                        <a:rPr lang="en-US">
                          <a:latin typeface="Times New Roman"/>
                          <a:ea typeface="Times New Roman"/>
                          <a:cs typeface="Times New Roman"/>
                          <a:sym typeface="Times New Roman"/>
                        </a:rPr>
                        <a:t>energy harvesting</a:t>
                      </a:r>
                      <a:r>
                        <a:rPr lang="en-US" i="0" u="none" strike="noStrike" cap="none">
                          <a:solidFill>
                            <a:srgbClr val="000000"/>
                          </a:solidFill>
                          <a:latin typeface="Times New Roman"/>
                          <a:ea typeface="Times New Roman"/>
                          <a:cs typeface="Times New Roman"/>
                          <a:sym typeface="Times New Roman"/>
                        </a:rPr>
                        <a:t> wireless networks: Reducing costs and emissions</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CE8E9"/>
                    </a:solidFill>
                  </a:tcPr>
                </a:tc>
                <a:tc>
                  <a:txBody>
                    <a:bodyPr/>
                    <a:lstStyle/>
                    <a:p>
                      <a:pPr marL="0" marR="0" lvl="0" indent="0" algn="l" rtl="0">
                        <a:lnSpc>
                          <a:spcPct val="115000"/>
                        </a:lnSpc>
                        <a:spcBef>
                          <a:spcPts val="0"/>
                        </a:spcBef>
                        <a:spcAft>
                          <a:spcPts val="0"/>
                        </a:spcAft>
                        <a:buClr>
                          <a:srgbClr val="000000"/>
                        </a:buClr>
                        <a:buSzPts val="1400"/>
                        <a:buFont typeface="Lucida Sans"/>
                        <a:buNone/>
                      </a:pPr>
                      <a:r>
                        <a:rPr lang="en-US" i="0" u="none" strike="noStrike" cap="none">
                          <a:solidFill>
                            <a:srgbClr val="000000"/>
                          </a:solidFill>
                          <a:latin typeface="Times New Roman"/>
                          <a:ea typeface="Times New Roman"/>
                          <a:cs typeface="Times New Roman"/>
                          <a:sym typeface="Times New Roman"/>
                        </a:rPr>
                        <a:t>S. Coleri Ergen</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CE8E9"/>
                    </a:solidFill>
                  </a:tcPr>
                </a:tc>
                <a:tc>
                  <a:txBody>
                    <a:bodyPr/>
                    <a:lstStyle/>
                    <a:p>
                      <a:pPr marL="0" marR="0" lvl="0" indent="0" algn="l" rtl="0">
                        <a:lnSpc>
                          <a:spcPct val="115000"/>
                        </a:lnSpc>
                        <a:spcBef>
                          <a:spcPts val="0"/>
                        </a:spcBef>
                        <a:spcAft>
                          <a:spcPts val="0"/>
                        </a:spcAft>
                        <a:buClr>
                          <a:srgbClr val="000000"/>
                        </a:buClr>
                        <a:buSzPts val="1400"/>
                        <a:buFont typeface="Lucida Sans"/>
                        <a:buNone/>
                      </a:pPr>
                      <a:r>
                        <a:rPr lang="en-US">
                          <a:latin typeface="Times New Roman"/>
                          <a:ea typeface="Times New Roman"/>
                          <a:cs typeface="Times New Roman"/>
                          <a:sym typeface="Times New Roman"/>
                        </a:rPr>
                        <a:t>T</a:t>
                      </a:r>
                      <a:r>
                        <a:rPr lang="en-US" i="0" u="none" strike="noStrike" cap="none">
                          <a:solidFill>
                            <a:srgbClr val="000000"/>
                          </a:solidFill>
                          <a:latin typeface="Times New Roman"/>
                          <a:ea typeface="Times New Roman"/>
                          <a:cs typeface="Times New Roman"/>
                          <a:sym typeface="Times New Roman"/>
                        </a:rPr>
                        <a:t>he design of a novel UWB rectangular patch network A simple narrowband power networks</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CE8E9"/>
                    </a:solidFill>
                  </a:tcPr>
                </a:tc>
                <a:tc>
                  <a:txBody>
                    <a:bodyPr/>
                    <a:lstStyle/>
                    <a:p>
                      <a:pPr marL="0" marR="0" lvl="0" indent="0" algn="l" rtl="0">
                        <a:lnSpc>
                          <a:spcPct val="115000"/>
                        </a:lnSpc>
                        <a:spcBef>
                          <a:spcPts val="0"/>
                        </a:spcBef>
                        <a:spcAft>
                          <a:spcPts val="0"/>
                        </a:spcAft>
                        <a:buClr>
                          <a:srgbClr val="000000"/>
                        </a:buClr>
                        <a:buSzPts val="1400"/>
                        <a:buFont typeface="Lucida Sans"/>
                        <a:buNone/>
                      </a:pPr>
                      <a:r>
                        <a:rPr lang="en-US" i="0" u="none" strike="noStrike" cap="none">
                          <a:solidFill>
                            <a:srgbClr val="000000"/>
                          </a:solidFill>
                          <a:latin typeface="Times New Roman"/>
                          <a:ea typeface="Times New Roman"/>
                          <a:cs typeface="Times New Roman"/>
                          <a:sym typeface="Times New Roman"/>
                        </a:rPr>
                        <a:t>Energy losses are high</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CE8E9"/>
                    </a:solidFill>
                  </a:tcPr>
                </a:tc>
                <a:tc>
                  <a:txBody>
                    <a:bodyPr/>
                    <a:lstStyle/>
                    <a:p>
                      <a:pPr marL="0" marR="0" lvl="0" indent="0" algn="ctr" rtl="0">
                        <a:lnSpc>
                          <a:spcPct val="115000"/>
                        </a:lnSpc>
                        <a:spcBef>
                          <a:spcPts val="0"/>
                        </a:spcBef>
                        <a:spcAft>
                          <a:spcPts val="0"/>
                        </a:spcAft>
                        <a:buClr>
                          <a:srgbClr val="000000"/>
                        </a:buClr>
                        <a:buSzPts val="1400"/>
                        <a:buFont typeface="Lucida Sans"/>
                        <a:buNone/>
                      </a:pPr>
                      <a:r>
                        <a:rPr lang="en-US" i="0" u="none" strike="noStrike" cap="none">
                          <a:solidFill>
                            <a:srgbClr val="000000"/>
                          </a:solidFill>
                          <a:latin typeface="Times New Roman"/>
                          <a:ea typeface="Times New Roman"/>
                          <a:cs typeface="Times New Roman"/>
                          <a:sym typeface="Times New Roman"/>
                        </a:rPr>
                        <a:t>2017</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CE8E9"/>
                    </a:solidFill>
                  </a:tcPr>
                </a:tc>
                <a:extLst>
                  <a:ext uri="{0D108BD9-81ED-4DB2-BD59-A6C34878D82A}">
                    <a16:rowId xmlns:a16="http://schemas.microsoft.com/office/drawing/2014/main" val="10002"/>
                  </a:ext>
                </a:extLst>
              </a:tr>
              <a:tr h="2084050">
                <a:tc>
                  <a:txBody>
                    <a:bodyPr/>
                    <a:lstStyle/>
                    <a:p>
                      <a:pPr marL="0" marR="0" lvl="0" indent="0" algn="l" rtl="0">
                        <a:lnSpc>
                          <a:spcPct val="115000"/>
                        </a:lnSpc>
                        <a:spcBef>
                          <a:spcPts val="0"/>
                        </a:spcBef>
                        <a:spcAft>
                          <a:spcPts val="0"/>
                        </a:spcAft>
                        <a:buClr>
                          <a:srgbClr val="000000"/>
                        </a:buClr>
                        <a:buSzPts val="1600"/>
                        <a:buFont typeface="Lucida Sans"/>
                        <a:buNone/>
                      </a:pPr>
                      <a:r>
                        <a:rPr lang="en-US" i="0" u="none" strike="noStrike" cap="none">
                          <a:solidFill>
                            <a:srgbClr val="000000"/>
                          </a:solidFill>
                          <a:latin typeface="Times New Roman"/>
                          <a:ea typeface="Times New Roman"/>
                          <a:cs typeface="Times New Roman"/>
                          <a:sym typeface="Times New Roman"/>
                        </a:rPr>
                        <a:t>Minimum length scheduling with packet traffic demands in wireless networks</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7CED0"/>
                    </a:solidFill>
                  </a:tcPr>
                </a:tc>
                <a:tc>
                  <a:txBody>
                    <a:bodyPr/>
                    <a:lstStyle/>
                    <a:p>
                      <a:pPr marL="0" marR="0" lvl="0" indent="0" algn="l" rtl="0">
                        <a:lnSpc>
                          <a:spcPct val="115000"/>
                        </a:lnSpc>
                        <a:spcBef>
                          <a:spcPts val="0"/>
                        </a:spcBef>
                        <a:spcAft>
                          <a:spcPts val="0"/>
                        </a:spcAft>
                        <a:buClr>
                          <a:srgbClr val="000000"/>
                        </a:buClr>
                        <a:buSzPts val="1400"/>
                        <a:buFont typeface="Lucida Sans"/>
                        <a:buNone/>
                      </a:pPr>
                      <a:r>
                        <a:rPr lang="en-US" i="0" u="none" strike="noStrike" cap="none">
                          <a:solidFill>
                            <a:srgbClr val="000000"/>
                          </a:solidFill>
                          <a:latin typeface="Times New Roman"/>
                          <a:ea typeface="Times New Roman"/>
                          <a:cs typeface="Times New Roman"/>
                          <a:sym typeface="Times New Roman"/>
                        </a:rPr>
                        <a:t> Y. Sadi and S. Coleri Ergen</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7CED0"/>
                    </a:solidFill>
                  </a:tcPr>
                </a:tc>
                <a:tc>
                  <a:txBody>
                    <a:bodyPr/>
                    <a:lstStyle/>
                    <a:p>
                      <a:pPr marL="0" marR="0" lvl="0" indent="0" algn="l" rtl="0">
                        <a:lnSpc>
                          <a:spcPct val="115000"/>
                        </a:lnSpc>
                        <a:spcBef>
                          <a:spcPts val="0"/>
                        </a:spcBef>
                        <a:spcAft>
                          <a:spcPts val="0"/>
                        </a:spcAft>
                        <a:buClr>
                          <a:srgbClr val="000000"/>
                        </a:buClr>
                        <a:buSzPts val="1400"/>
                        <a:buFont typeface="Lucida Sans"/>
                        <a:buNone/>
                      </a:pPr>
                      <a:r>
                        <a:rPr lang="en-US" i="0" u="none" strike="noStrike" cap="none">
                          <a:solidFill>
                            <a:srgbClr val="000000"/>
                          </a:solidFill>
                          <a:latin typeface="Times New Roman"/>
                          <a:ea typeface="Times New Roman"/>
                          <a:cs typeface="Times New Roman"/>
                          <a:sym typeface="Times New Roman"/>
                        </a:rPr>
                        <a:t> </a:t>
                      </a:r>
                      <a:r>
                        <a:rPr lang="en-US">
                          <a:latin typeface="Times New Roman"/>
                          <a:ea typeface="Times New Roman"/>
                          <a:cs typeface="Times New Roman"/>
                          <a:sym typeface="Times New Roman"/>
                        </a:rPr>
                        <a:t>P</a:t>
                      </a:r>
                      <a:r>
                        <a:rPr lang="en-US" i="0" u="none" strike="noStrike" cap="none">
                          <a:solidFill>
                            <a:srgbClr val="000000"/>
                          </a:solidFill>
                          <a:latin typeface="Times New Roman"/>
                          <a:ea typeface="Times New Roman"/>
                          <a:cs typeface="Times New Roman"/>
                          <a:sym typeface="Times New Roman"/>
                        </a:rPr>
                        <a:t>resented an original lightweight, low-cost, planar antennas with short-circuited elements, fed by coaxial probe, for dual-frequency (S-antenna) and wide-band applications</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7CED0"/>
                    </a:solidFill>
                  </a:tcPr>
                </a:tc>
                <a:tc>
                  <a:txBody>
                    <a:bodyPr/>
                    <a:lstStyle/>
                    <a:p>
                      <a:pPr marL="0" marR="0" lvl="0" indent="0" algn="l" rtl="0">
                        <a:lnSpc>
                          <a:spcPct val="115000"/>
                        </a:lnSpc>
                        <a:spcBef>
                          <a:spcPts val="0"/>
                        </a:spcBef>
                        <a:spcAft>
                          <a:spcPts val="0"/>
                        </a:spcAft>
                        <a:buClr>
                          <a:srgbClr val="000000"/>
                        </a:buClr>
                        <a:buSzPts val="1400"/>
                        <a:buFont typeface="Lucida Sans"/>
                        <a:buNone/>
                      </a:pPr>
                      <a:r>
                        <a:rPr lang="en-US" i="0" u="none" strike="noStrike" cap="none">
                          <a:solidFill>
                            <a:srgbClr val="000000"/>
                          </a:solidFill>
                          <a:latin typeface="Times New Roman"/>
                          <a:ea typeface="Times New Roman"/>
                          <a:cs typeface="Times New Roman"/>
                          <a:sym typeface="Times New Roman"/>
                        </a:rPr>
                        <a:t>More time consumption</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7CED0"/>
                    </a:solidFill>
                  </a:tcPr>
                </a:tc>
                <a:tc>
                  <a:txBody>
                    <a:bodyPr/>
                    <a:lstStyle/>
                    <a:p>
                      <a:pPr marL="0" marR="0" lvl="0" indent="0" algn="ctr" rtl="0">
                        <a:lnSpc>
                          <a:spcPct val="115000"/>
                        </a:lnSpc>
                        <a:spcBef>
                          <a:spcPts val="0"/>
                        </a:spcBef>
                        <a:spcAft>
                          <a:spcPts val="0"/>
                        </a:spcAft>
                        <a:buClr>
                          <a:srgbClr val="000000"/>
                        </a:buClr>
                        <a:buSzPts val="1400"/>
                        <a:buFont typeface="Lucida Sans"/>
                        <a:buNone/>
                      </a:pPr>
                      <a:r>
                        <a:rPr lang="en-US" i="0" u="none" strike="noStrike" cap="none">
                          <a:solidFill>
                            <a:srgbClr val="000000"/>
                          </a:solidFill>
                          <a:latin typeface="Times New Roman"/>
                          <a:ea typeface="Times New Roman"/>
                          <a:cs typeface="Times New Roman"/>
                          <a:sym typeface="Times New Roman"/>
                        </a:rPr>
                        <a:t>2014</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7CED0"/>
                    </a:solidFill>
                  </a:tcPr>
                </a:tc>
                <a:extLst>
                  <a:ext uri="{0D108BD9-81ED-4DB2-BD59-A6C34878D82A}">
                    <a16:rowId xmlns:a16="http://schemas.microsoft.com/office/drawing/2014/main" val="10003"/>
                  </a:ext>
                </a:extLst>
              </a:tr>
            </a:tbl>
          </a:graphicData>
        </a:graphic>
      </p:graphicFrame>
      <p:sp>
        <p:nvSpPr>
          <p:cNvPr id="96" name="Google Shape;96;p13"/>
          <p:cNvSpPr txBox="1"/>
          <p:nvPr/>
        </p:nvSpPr>
        <p:spPr>
          <a:xfrm>
            <a:off x="8647112" y="6408737"/>
            <a:ext cx="366712" cy="36512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000"/>
              <a:buFont typeface="Lucida Sans"/>
              <a:buNone/>
            </a:pPr>
            <a:fld id="{00000000-1234-1234-1234-123412341234}" type="slidenum">
              <a:rPr lang="en-US" sz="1000" b="0" i="0" u="none" strike="noStrike" cap="none">
                <a:solidFill>
                  <a:schemeClr val="dk1"/>
                </a:solidFill>
                <a:latin typeface="Lucida Sans"/>
                <a:ea typeface="Lucida Sans"/>
                <a:cs typeface="Lucida Sans"/>
                <a:sym typeface="Lucida Sans"/>
              </a:rPr>
              <a:t>5</a:t>
            </a:fld>
            <a:endParaRPr sz="1400" b="0" i="0" u="none" strike="noStrike" cap="none">
              <a:solidFill>
                <a:srgbClr val="000000"/>
              </a:solidFill>
              <a:latin typeface="Arial"/>
              <a:ea typeface="Arial"/>
              <a:cs typeface="Arial"/>
              <a:sym typeface="Arial"/>
            </a:endParaRPr>
          </a:p>
        </p:txBody>
      </p:sp>
      <p:sp>
        <p:nvSpPr>
          <p:cNvPr id="97" name="Google Shape;97;p13"/>
          <p:cNvSpPr txBox="1">
            <a:spLocks noGrp="1"/>
          </p:cNvSpPr>
          <p:nvPr>
            <p:ph type="title" idx="4294967295"/>
          </p:nvPr>
        </p:nvSpPr>
        <p:spPr>
          <a:xfrm>
            <a:off x="457200" y="0"/>
            <a:ext cx="8229600" cy="6926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3600"/>
              <a:buFont typeface="Comic Sans MS"/>
              <a:buNone/>
            </a:pPr>
            <a:r>
              <a:rPr lang="en-US" sz="3600" i="0" u="none" strike="noStrike" cap="none">
                <a:solidFill>
                  <a:schemeClr val="dk2"/>
                </a:solidFill>
                <a:latin typeface="Times New Roman"/>
                <a:ea typeface="Times New Roman"/>
                <a:cs typeface="Times New Roman"/>
                <a:sym typeface="Times New Roman"/>
              </a:rPr>
              <a:t>LITERATURE   SURVEY</a:t>
            </a:r>
            <a:endParaRPr sz="3600" i="0" u="none" strike="noStrike" cap="none">
              <a:solidFill>
                <a:schemeClr val="dk2"/>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graphicFrame>
        <p:nvGraphicFramePr>
          <p:cNvPr id="102" name="Google Shape;102;p14"/>
          <p:cNvGraphicFramePr/>
          <p:nvPr/>
        </p:nvGraphicFramePr>
        <p:xfrm>
          <a:off x="-4763" y="688975"/>
          <a:ext cx="9144000" cy="6237275"/>
        </p:xfrm>
        <a:graphic>
          <a:graphicData uri="http://schemas.openxmlformats.org/drawingml/2006/table">
            <a:tbl>
              <a:tblPr>
                <a:noFill/>
                <a:tableStyleId>{B99C6F39-E080-4658-BB8A-1BB538E6C111}</a:tableStyleId>
              </a:tblPr>
              <a:tblGrid>
                <a:gridCol w="1877550">
                  <a:extLst>
                    <a:ext uri="{9D8B030D-6E8A-4147-A177-3AD203B41FA5}">
                      <a16:colId xmlns:a16="http://schemas.microsoft.com/office/drawing/2014/main" val="20000"/>
                    </a:ext>
                  </a:extLst>
                </a:gridCol>
                <a:gridCol w="1723150">
                  <a:extLst>
                    <a:ext uri="{9D8B030D-6E8A-4147-A177-3AD203B41FA5}">
                      <a16:colId xmlns:a16="http://schemas.microsoft.com/office/drawing/2014/main" val="20001"/>
                    </a:ext>
                  </a:extLst>
                </a:gridCol>
                <a:gridCol w="2178325">
                  <a:extLst>
                    <a:ext uri="{9D8B030D-6E8A-4147-A177-3AD203B41FA5}">
                      <a16:colId xmlns:a16="http://schemas.microsoft.com/office/drawing/2014/main" val="20002"/>
                    </a:ext>
                  </a:extLst>
                </a:gridCol>
                <a:gridCol w="2028750">
                  <a:extLst>
                    <a:ext uri="{9D8B030D-6E8A-4147-A177-3AD203B41FA5}">
                      <a16:colId xmlns:a16="http://schemas.microsoft.com/office/drawing/2014/main" val="20003"/>
                    </a:ext>
                  </a:extLst>
                </a:gridCol>
                <a:gridCol w="1336225">
                  <a:extLst>
                    <a:ext uri="{9D8B030D-6E8A-4147-A177-3AD203B41FA5}">
                      <a16:colId xmlns:a16="http://schemas.microsoft.com/office/drawing/2014/main" val="20004"/>
                    </a:ext>
                  </a:extLst>
                </a:gridCol>
              </a:tblGrid>
              <a:tr h="934050">
                <a:tc>
                  <a:txBody>
                    <a:bodyPr/>
                    <a:lstStyle/>
                    <a:p>
                      <a:pPr marL="0" marR="0" lvl="0" indent="0" algn="ctr" rtl="0">
                        <a:lnSpc>
                          <a:spcPct val="250000"/>
                        </a:lnSpc>
                        <a:spcBef>
                          <a:spcPts val="0"/>
                        </a:spcBef>
                        <a:spcAft>
                          <a:spcPts val="0"/>
                        </a:spcAft>
                        <a:buClr>
                          <a:srgbClr val="FFFFFF"/>
                        </a:buClr>
                        <a:buSzPts val="1400"/>
                        <a:buFont typeface="Lucida Sans"/>
                        <a:buNone/>
                      </a:pPr>
                      <a:r>
                        <a:rPr lang="en-US" sz="1400" b="1" i="0" u="none" strike="noStrike" cap="none">
                          <a:solidFill>
                            <a:srgbClr val="FFFFFF"/>
                          </a:solidFill>
                          <a:latin typeface="Times New Roman"/>
                          <a:ea typeface="Times New Roman"/>
                          <a:cs typeface="Times New Roman"/>
                          <a:sym typeface="Times New Roman"/>
                        </a:rPr>
                        <a:t> TITLE      </a:t>
                      </a:r>
                      <a:endParaRPr sz="1400"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7D3C4A"/>
                    </a:solidFill>
                  </a:tcPr>
                </a:tc>
                <a:tc>
                  <a:txBody>
                    <a:bodyPr/>
                    <a:lstStyle/>
                    <a:p>
                      <a:pPr marL="0" marR="0" lvl="0" indent="0" algn="ctr" rtl="0">
                        <a:lnSpc>
                          <a:spcPct val="250000"/>
                        </a:lnSpc>
                        <a:spcBef>
                          <a:spcPts val="0"/>
                        </a:spcBef>
                        <a:spcAft>
                          <a:spcPts val="0"/>
                        </a:spcAft>
                        <a:buClr>
                          <a:srgbClr val="FFFFFF"/>
                        </a:buClr>
                        <a:buSzPts val="1400"/>
                        <a:buFont typeface="Lucida Sans"/>
                        <a:buNone/>
                      </a:pPr>
                      <a:r>
                        <a:rPr lang="en-US" sz="1400" b="1" i="0" u="none" strike="noStrike" cap="none">
                          <a:solidFill>
                            <a:srgbClr val="FFFFFF"/>
                          </a:solidFill>
                          <a:latin typeface="Times New Roman"/>
                          <a:ea typeface="Times New Roman"/>
                          <a:cs typeface="Times New Roman"/>
                          <a:sym typeface="Times New Roman"/>
                        </a:rPr>
                        <a:t>AUTHOR         </a:t>
                      </a:r>
                      <a:endParaRPr sz="1400"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7D3C4A"/>
                    </a:solidFill>
                  </a:tcPr>
                </a:tc>
                <a:tc>
                  <a:txBody>
                    <a:bodyPr/>
                    <a:lstStyle/>
                    <a:p>
                      <a:pPr marL="0" marR="0" lvl="0" indent="0" algn="ctr" rtl="0">
                        <a:lnSpc>
                          <a:spcPct val="100000"/>
                        </a:lnSpc>
                        <a:spcBef>
                          <a:spcPts val="0"/>
                        </a:spcBef>
                        <a:spcAft>
                          <a:spcPts val="0"/>
                        </a:spcAft>
                        <a:buClr>
                          <a:schemeClr val="dk1"/>
                        </a:buClr>
                        <a:buSzPts val="1400"/>
                        <a:buFont typeface="Lucida Sans"/>
                        <a:buNone/>
                      </a:pPr>
                      <a:endParaRPr sz="1400" b="1" i="0" u="none" strike="noStrike" cap="none">
                        <a:solidFill>
                          <a:srgbClr val="FFFFFF"/>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FFFFFF"/>
                        </a:buClr>
                        <a:buSzPts val="1400"/>
                        <a:buFont typeface="Lucida Sans"/>
                        <a:buNone/>
                      </a:pPr>
                      <a:r>
                        <a:rPr lang="en-US" sz="1400" b="1" i="0" u="none" strike="noStrike" cap="none">
                          <a:solidFill>
                            <a:srgbClr val="FFFFFF"/>
                          </a:solidFill>
                          <a:latin typeface="Times New Roman"/>
                          <a:ea typeface="Times New Roman"/>
                          <a:cs typeface="Times New Roman"/>
                          <a:sym typeface="Times New Roman"/>
                        </a:rPr>
                        <a:t>   MERITS     </a:t>
                      </a:r>
                      <a:endParaRPr sz="1400"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7D3C4A"/>
                    </a:solidFill>
                  </a:tcPr>
                </a:tc>
                <a:tc>
                  <a:txBody>
                    <a:bodyPr/>
                    <a:lstStyle/>
                    <a:p>
                      <a:pPr marL="0" marR="0" lvl="0" indent="0" algn="ctr" rtl="0">
                        <a:lnSpc>
                          <a:spcPct val="100000"/>
                        </a:lnSpc>
                        <a:spcBef>
                          <a:spcPts val="0"/>
                        </a:spcBef>
                        <a:spcAft>
                          <a:spcPts val="0"/>
                        </a:spcAft>
                        <a:buClr>
                          <a:srgbClr val="FFFFFF"/>
                        </a:buClr>
                        <a:buSzPts val="1400"/>
                        <a:buFont typeface="Lucida Sans"/>
                        <a:buNone/>
                      </a:pPr>
                      <a:r>
                        <a:rPr lang="en-US" sz="1400" b="1" i="0" u="none" strike="noStrike" cap="none">
                          <a:solidFill>
                            <a:srgbClr val="FFFFFF"/>
                          </a:solidFill>
                          <a:latin typeface="Times New Roman"/>
                          <a:ea typeface="Times New Roman"/>
                          <a:cs typeface="Times New Roman"/>
                          <a:sym typeface="Times New Roman"/>
                        </a:rPr>
                        <a:t>    </a:t>
                      </a:r>
                      <a:endParaRPr sz="14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FFFFFF"/>
                        </a:buClr>
                        <a:buSzPts val="1400"/>
                        <a:buFont typeface="Lucida Sans"/>
                        <a:buNone/>
                      </a:pPr>
                      <a:r>
                        <a:rPr lang="en-US" sz="1400" b="1" i="0" u="none" strike="noStrike" cap="none">
                          <a:solidFill>
                            <a:srgbClr val="FFFFFF"/>
                          </a:solidFill>
                          <a:latin typeface="Times New Roman"/>
                          <a:ea typeface="Times New Roman"/>
                          <a:cs typeface="Times New Roman"/>
                          <a:sym typeface="Times New Roman"/>
                        </a:rPr>
                        <a:t> DEMERITS</a:t>
                      </a:r>
                      <a:endParaRPr sz="1400"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7D3C4A"/>
                    </a:solidFill>
                  </a:tcPr>
                </a:tc>
                <a:tc>
                  <a:txBody>
                    <a:bodyPr/>
                    <a:lstStyle/>
                    <a:p>
                      <a:pPr marL="0" marR="0" lvl="0" indent="0" algn="ctr" rtl="0">
                        <a:lnSpc>
                          <a:spcPct val="100000"/>
                        </a:lnSpc>
                        <a:spcBef>
                          <a:spcPts val="0"/>
                        </a:spcBef>
                        <a:spcAft>
                          <a:spcPts val="0"/>
                        </a:spcAft>
                        <a:buClr>
                          <a:srgbClr val="FFFFFF"/>
                        </a:buClr>
                        <a:buSzPts val="1400"/>
                        <a:buFont typeface="Lucida Sans"/>
                        <a:buNone/>
                      </a:pPr>
                      <a:r>
                        <a:rPr lang="en-US" sz="1400" b="1" i="0" u="none" strike="noStrike" cap="none">
                          <a:solidFill>
                            <a:srgbClr val="FFFFFF"/>
                          </a:solidFill>
                          <a:latin typeface="Times New Roman"/>
                          <a:ea typeface="Times New Roman"/>
                          <a:cs typeface="Times New Roman"/>
                          <a:sym typeface="Times New Roman"/>
                        </a:rPr>
                        <a:t>  </a:t>
                      </a:r>
                      <a:endParaRPr sz="1400" u="none" strike="noStrike" cap="none">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FFFFFF"/>
                        </a:buClr>
                        <a:buSzPts val="1400"/>
                        <a:buFont typeface="Lucida Sans"/>
                        <a:buNone/>
                      </a:pPr>
                      <a:r>
                        <a:rPr lang="en-US" sz="1400" b="1" i="0" u="none" strike="noStrike" cap="none">
                          <a:solidFill>
                            <a:srgbClr val="FFFFFF"/>
                          </a:solidFill>
                          <a:latin typeface="Times New Roman"/>
                          <a:ea typeface="Times New Roman"/>
                          <a:cs typeface="Times New Roman"/>
                          <a:sym typeface="Times New Roman"/>
                        </a:rPr>
                        <a:t>    YEAR</a:t>
                      </a:r>
                      <a:endParaRPr sz="1400"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7D3C4A"/>
                    </a:solidFill>
                  </a:tcPr>
                </a:tc>
                <a:extLst>
                  <a:ext uri="{0D108BD9-81ED-4DB2-BD59-A6C34878D82A}">
                    <a16:rowId xmlns:a16="http://schemas.microsoft.com/office/drawing/2014/main" val="10000"/>
                  </a:ext>
                </a:extLst>
              </a:tr>
              <a:tr h="1548450">
                <a:tc>
                  <a:txBody>
                    <a:bodyPr/>
                    <a:lstStyle/>
                    <a:p>
                      <a:pPr marL="0" marR="0" lvl="0" indent="0" algn="l" rtl="0">
                        <a:lnSpc>
                          <a:spcPct val="115000"/>
                        </a:lnSpc>
                        <a:spcBef>
                          <a:spcPts val="0"/>
                        </a:spcBef>
                        <a:spcAft>
                          <a:spcPts val="0"/>
                        </a:spcAft>
                        <a:buClr>
                          <a:srgbClr val="000000"/>
                        </a:buClr>
                        <a:buSzPts val="1200"/>
                        <a:buFont typeface="Lucida Sans"/>
                        <a:buNone/>
                      </a:pPr>
                      <a:r>
                        <a:rPr lang="en-US" i="0" u="none" strike="noStrike" cap="none">
                          <a:solidFill>
                            <a:srgbClr val="000000"/>
                          </a:solidFill>
                          <a:latin typeface="Times New Roman"/>
                          <a:ea typeface="Times New Roman"/>
                          <a:cs typeface="Times New Roman"/>
                          <a:sym typeface="Times New Roman"/>
                        </a:rPr>
                        <a:t>Wireless power transfer and applications to sensor networks</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rgbClr val="FFFFFF"/>
                      </a:solidFill>
                      <a:prstDash val="solid"/>
                      <a:round/>
                      <a:headEnd type="none" w="sm" len="sm"/>
                      <a:tailEnd type="none" w="sm" len="sm"/>
                    </a:lnB>
                    <a:solidFill>
                      <a:srgbClr val="D7CED0"/>
                    </a:solidFill>
                  </a:tcPr>
                </a:tc>
                <a:tc>
                  <a:txBody>
                    <a:bodyPr/>
                    <a:lstStyle/>
                    <a:p>
                      <a:pPr marL="0" marR="0" lvl="0" indent="0" algn="just" rtl="0">
                        <a:lnSpc>
                          <a:spcPct val="115000"/>
                        </a:lnSpc>
                        <a:spcBef>
                          <a:spcPts val="0"/>
                        </a:spcBef>
                        <a:spcAft>
                          <a:spcPts val="0"/>
                        </a:spcAft>
                        <a:buClr>
                          <a:srgbClr val="000000"/>
                        </a:buClr>
                        <a:buSzPts val="1400"/>
                        <a:buFont typeface="Lucida Sans"/>
                        <a:buNone/>
                      </a:pPr>
                      <a:r>
                        <a:rPr lang="en-US" i="0" u="none" strike="noStrike" cap="none">
                          <a:solidFill>
                            <a:srgbClr val="000000"/>
                          </a:solidFill>
                          <a:latin typeface="Times New Roman"/>
                          <a:ea typeface="Times New Roman"/>
                          <a:cs typeface="Times New Roman"/>
                          <a:sym typeface="Times New Roman"/>
                        </a:rPr>
                        <a:t>L. Xie, Y. Shi, Y. T. Hou,</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rgbClr val="FFFFFF"/>
                      </a:solidFill>
                      <a:prstDash val="solid"/>
                      <a:round/>
                      <a:headEnd type="none" w="sm" len="sm"/>
                      <a:tailEnd type="none" w="sm" len="sm"/>
                    </a:lnB>
                    <a:solidFill>
                      <a:srgbClr val="D7CED0"/>
                    </a:solidFill>
                  </a:tcPr>
                </a:tc>
                <a:tc>
                  <a:txBody>
                    <a:bodyPr/>
                    <a:lstStyle/>
                    <a:p>
                      <a:pPr marL="0" lvl="0" indent="0" algn="l" rtl="0">
                        <a:lnSpc>
                          <a:spcPct val="115000"/>
                        </a:lnSpc>
                        <a:spcBef>
                          <a:spcPts val="0"/>
                        </a:spcBef>
                        <a:spcAft>
                          <a:spcPts val="0"/>
                        </a:spcAft>
                        <a:buClr>
                          <a:srgbClr val="000000"/>
                        </a:buClr>
                        <a:buSzPts val="1400"/>
                        <a:buFont typeface="Lucida Sans"/>
                        <a:buNone/>
                      </a:pPr>
                      <a:r>
                        <a:rPr lang="en-US">
                          <a:latin typeface="Times New Roman"/>
                          <a:ea typeface="Times New Roman"/>
                          <a:cs typeface="Times New Roman"/>
                          <a:sym typeface="Times New Roman"/>
                        </a:rPr>
                        <a:t>Low-cost, Planar antennas with short-circuited elements, fed by coaxial probe, for dual-frequency (S-antenna) and wide-band applicable</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rgbClr val="FFFFFF"/>
                      </a:solidFill>
                      <a:prstDash val="solid"/>
                      <a:round/>
                      <a:headEnd type="none" w="sm" len="sm"/>
                      <a:tailEnd type="none" w="sm" len="sm"/>
                    </a:lnB>
                    <a:solidFill>
                      <a:srgbClr val="D7CED0"/>
                    </a:solidFill>
                  </a:tcPr>
                </a:tc>
                <a:tc>
                  <a:txBody>
                    <a:bodyPr/>
                    <a:lstStyle/>
                    <a:p>
                      <a:pPr marL="0" marR="0" lvl="0" indent="0" algn="just" rtl="0">
                        <a:lnSpc>
                          <a:spcPct val="115000"/>
                        </a:lnSpc>
                        <a:spcBef>
                          <a:spcPts val="0"/>
                        </a:spcBef>
                        <a:spcAft>
                          <a:spcPts val="0"/>
                        </a:spcAft>
                        <a:buClr>
                          <a:srgbClr val="000000"/>
                        </a:buClr>
                        <a:buSzPts val="1400"/>
                        <a:buFont typeface="Lucida Sans"/>
                        <a:buNone/>
                      </a:pPr>
                      <a:r>
                        <a:rPr lang="en-US" i="0" u="none" strike="noStrike" cap="none">
                          <a:solidFill>
                            <a:srgbClr val="000000"/>
                          </a:solidFill>
                          <a:latin typeface="Times New Roman"/>
                          <a:ea typeface="Times New Roman"/>
                          <a:cs typeface="Times New Roman"/>
                          <a:sym typeface="Times New Roman"/>
                        </a:rPr>
                        <a:t>End to end delay is more</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rgbClr val="FFFFFF"/>
                      </a:solidFill>
                      <a:prstDash val="solid"/>
                      <a:round/>
                      <a:headEnd type="none" w="sm" len="sm"/>
                      <a:tailEnd type="none" w="sm" len="sm"/>
                    </a:lnB>
                    <a:solidFill>
                      <a:srgbClr val="D7CED0"/>
                    </a:solidFill>
                  </a:tcPr>
                </a:tc>
                <a:tc>
                  <a:txBody>
                    <a:bodyPr/>
                    <a:lstStyle/>
                    <a:p>
                      <a:pPr marL="0" marR="0" lvl="0" indent="0" algn="ctr" rtl="0">
                        <a:lnSpc>
                          <a:spcPct val="115000"/>
                        </a:lnSpc>
                        <a:spcBef>
                          <a:spcPts val="0"/>
                        </a:spcBef>
                        <a:spcAft>
                          <a:spcPts val="0"/>
                        </a:spcAft>
                        <a:buClr>
                          <a:srgbClr val="000000"/>
                        </a:buClr>
                        <a:buSzPts val="1400"/>
                        <a:buFont typeface="Lucida Sans"/>
                        <a:buNone/>
                      </a:pPr>
                      <a:r>
                        <a:rPr lang="en-US" i="0" u="none" strike="noStrike" cap="none">
                          <a:solidFill>
                            <a:srgbClr val="000000"/>
                          </a:solidFill>
                          <a:latin typeface="Times New Roman"/>
                          <a:ea typeface="Times New Roman"/>
                          <a:cs typeface="Times New Roman"/>
                          <a:sym typeface="Times New Roman"/>
                        </a:rPr>
                        <a:t>2013</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rgbClr val="FFFFFF"/>
                      </a:solidFill>
                      <a:prstDash val="solid"/>
                      <a:round/>
                      <a:headEnd type="none" w="sm" len="sm"/>
                      <a:tailEnd type="none" w="sm" len="sm"/>
                    </a:lnB>
                    <a:solidFill>
                      <a:srgbClr val="D7CED0"/>
                    </a:solidFill>
                  </a:tcPr>
                </a:tc>
                <a:extLst>
                  <a:ext uri="{0D108BD9-81ED-4DB2-BD59-A6C34878D82A}">
                    <a16:rowId xmlns:a16="http://schemas.microsoft.com/office/drawing/2014/main" val="10001"/>
                  </a:ext>
                </a:extLst>
              </a:tr>
              <a:tr h="1520525">
                <a:tc>
                  <a:txBody>
                    <a:bodyPr/>
                    <a:lstStyle/>
                    <a:p>
                      <a:pPr marL="0" marR="0" lvl="0" indent="0" algn="l" rtl="0">
                        <a:lnSpc>
                          <a:spcPct val="115000"/>
                        </a:lnSpc>
                        <a:spcBef>
                          <a:spcPts val="0"/>
                        </a:spcBef>
                        <a:spcAft>
                          <a:spcPts val="0"/>
                        </a:spcAft>
                        <a:buClr>
                          <a:srgbClr val="000000"/>
                        </a:buClr>
                        <a:buSzPts val="1600"/>
                        <a:buFont typeface="Lucida Sans"/>
                        <a:buNone/>
                      </a:pPr>
                      <a:r>
                        <a:rPr lang="en-US" i="0" u="none" strike="noStrike" cap="none">
                          <a:solidFill>
                            <a:srgbClr val="000000"/>
                          </a:solidFill>
                          <a:latin typeface="Times New Roman"/>
                          <a:ea typeface="Times New Roman"/>
                          <a:cs typeface="Times New Roman"/>
                          <a:sym typeface="Times New Roman"/>
                        </a:rPr>
                        <a:t>End-to-end reliability-aware scheduling for wireless sensor networks</a:t>
                      </a:r>
                      <a:endParaRPr>
                        <a:latin typeface="Times New Roman"/>
                        <a:ea typeface="Times New Roman"/>
                        <a:cs typeface="Times New Roman"/>
                        <a:sym typeface="Times New Roman"/>
                      </a:endParaRPr>
                    </a:p>
                  </a:txBody>
                  <a:tcPr marL="76200" marR="76200" marT="76200" marB="762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CE8E9"/>
                    </a:solidFill>
                  </a:tcPr>
                </a:tc>
                <a:tc>
                  <a:txBody>
                    <a:bodyPr/>
                    <a:lstStyle/>
                    <a:p>
                      <a:pPr marL="0" marR="0" lvl="0" indent="0" algn="l" rtl="0">
                        <a:lnSpc>
                          <a:spcPct val="115000"/>
                        </a:lnSpc>
                        <a:spcBef>
                          <a:spcPts val="0"/>
                        </a:spcBef>
                        <a:spcAft>
                          <a:spcPts val="0"/>
                        </a:spcAft>
                        <a:buClr>
                          <a:srgbClr val="000000"/>
                        </a:buClr>
                        <a:buSzPts val="1400"/>
                        <a:buFont typeface="Lucida Sans"/>
                        <a:buNone/>
                      </a:pPr>
                      <a:r>
                        <a:rPr lang="en-US" i="0" u="none" strike="noStrike" cap="none">
                          <a:solidFill>
                            <a:srgbClr val="000000"/>
                          </a:solidFill>
                          <a:latin typeface="Times New Roman"/>
                          <a:ea typeface="Times New Roman"/>
                          <a:cs typeface="Times New Roman"/>
                          <a:sym typeface="Times New Roman"/>
                        </a:rPr>
                        <a:t>F. Dobslaw, T. Zhang, and M. Gidlund</a:t>
                      </a:r>
                      <a:endParaRPr>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CE8E9"/>
                    </a:solidFill>
                  </a:tcPr>
                </a:tc>
                <a:tc>
                  <a:txBody>
                    <a:bodyPr/>
                    <a:lstStyle/>
                    <a:p>
                      <a:pPr marL="0" marR="0" lvl="0" indent="0" algn="l" rtl="0">
                        <a:lnSpc>
                          <a:spcPct val="115000"/>
                        </a:lnSpc>
                        <a:spcBef>
                          <a:spcPts val="0"/>
                        </a:spcBef>
                        <a:spcAft>
                          <a:spcPts val="0"/>
                        </a:spcAft>
                        <a:buClr>
                          <a:srgbClr val="000000"/>
                        </a:buClr>
                        <a:buSzPts val="1400"/>
                        <a:buFont typeface="Lucida Sans"/>
                        <a:buNone/>
                      </a:pPr>
                      <a:r>
                        <a:rPr lang="en-US" i="0" u="none" strike="noStrike" cap="none">
                          <a:solidFill>
                            <a:srgbClr val="000000"/>
                          </a:solidFill>
                          <a:latin typeface="Times New Roman"/>
                          <a:ea typeface="Times New Roman"/>
                          <a:cs typeface="Times New Roman"/>
                          <a:sym typeface="Times New Roman"/>
                        </a:rPr>
                        <a:t> </a:t>
                      </a:r>
                      <a:r>
                        <a:rPr lang="en-US">
                          <a:latin typeface="Times New Roman"/>
                          <a:ea typeface="Times New Roman"/>
                          <a:cs typeface="Times New Roman"/>
                          <a:sym typeface="Times New Roman"/>
                        </a:rPr>
                        <a:t>A</a:t>
                      </a:r>
                      <a:r>
                        <a:rPr lang="en-US" i="0" u="none" strike="noStrike" cap="none">
                          <a:solidFill>
                            <a:srgbClr val="000000"/>
                          </a:solidFill>
                          <a:latin typeface="Times New Roman"/>
                          <a:ea typeface="Times New Roman"/>
                          <a:cs typeface="Times New Roman"/>
                          <a:sym typeface="Times New Roman"/>
                        </a:rPr>
                        <a:t> compact </a:t>
                      </a:r>
                      <a:r>
                        <a:rPr lang="en-US">
                          <a:latin typeface="Times New Roman"/>
                          <a:ea typeface="Times New Roman"/>
                          <a:cs typeface="Times New Roman"/>
                          <a:sym typeface="Times New Roman"/>
                        </a:rPr>
                        <a:t>ultra wideband</a:t>
                      </a:r>
                      <a:r>
                        <a:rPr lang="en-US" i="0" u="none" strike="noStrike" cap="none">
                          <a:solidFill>
                            <a:srgbClr val="000000"/>
                          </a:solidFill>
                          <a:latin typeface="Times New Roman"/>
                          <a:ea typeface="Times New Roman"/>
                          <a:cs typeface="Times New Roman"/>
                          <a:sym typeface="Times New Roman"/>
                        </a:rPr>
                        <a:t> (UWB) communication with a band-notch function for internet applications.</a:t>
                      </a:r>
                      <a:endParaRPr>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CE8E9"/>
                    </a:solidFill>
                  </a:tcPr>
                </a:tc>
                <a:tc>
                  <a:txBody>
                    <a:bodyPr/>
                    <a:lstStyle/>
                    <a:p>
                      <a:pPr marL="0" marR="0" lvl="0" indent="0" algn="l" rtl="0">
                        <a:lnSpc>
                          <a:spcPct val="115000"/>
                        </a:lnSpc>
                        <a:spcBef>
                          <a:spcPts val="0"/>
                        </a:spcBef>
                        <a:spcAft>
                          <a:spcPts val="0"/>
                        </a:spcAft>
                        <a:buClr>
                          <a:srgbClr val="000000"/>
                        </a:buClr>
                        <a:buSzPts val="1400"/>
                        <a:buFont typeface="Lucida Sans"/>
                        <a:buNone/>
                      </a:pPr>
                      <a:r>
                        <a:rPr lang="en-US" i="0" u="none" strike="noStrike" cap="none">
                          <a:solidFill>
                            <a:srgbClr val="000000"/>
                          </a:solidFill>
                          <a:latin typeface="Times New Roman"/>
                          <a:ea typeface="Times New Roman"/>
                          <a:cs typeface="Times New Roman"/>
                          <a:sym typeface="Times New Roman"/>
                        </a:rPr>
                        <a:t>More number of nodes are used so end to end delay is high</a:t>
                      </a:r>
                      <a:endParaRPr>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CE8E9"/>
                    </a:solidFill>
                  </a:tcPr>
                </a:tc>
                <a:tc>
                  <a:txBody>
                    <a:bodyPr/>
                    <a:lstStyle/>
                    <a:p>
                      <a:pPr marL="0" marR="0" lvl="0" indent="0" algn="ctr" rtl="0">
                        <a:lnSpc>
                          <a:spcPct val="115000"/>
                        </a:lnSpc>
                        <a:spcBef>
                          <a:spcPts val="0"/>
                        </a:spcBef>
                        <a:spcAft>
                          <a:spcPts val="0"/>
                        </a:spcAft>
                        <a:buClr>
                          <a:srgbClr val="000000"/>
                        </a:buClr>
                        <a:buSzPts val="1400"/>
                        <a:buFont typeface="Lucida Sans"/>
                        <a:buNone/>
                      </a:pPr>
                      <a:r>
                        <a:rPr lang="en-US" i="0" u="none" strike="noStrike" cap="none">
                          <a:solidFill>
                            <a:srgbClr val="000000"/>
                          </a:solidFill>
                          <a:latin typeface="Times New Roman"/>
                          <a:ea typeface="Times New Roman"/>
                          <a:cs typeface="Times New Roman"/>
                          <a:sym typeface="Times New Roman"/>
                        </a:rPr>
                        <a:t>2016</a:t>
                      </a:r>
                      <a:endParaRPr>
                        <a:latin typeface="Times New Roman"/>
                        <a:ea typeface="Times New Roman"/>
                        <a:cs typeface="Times New Roman"/>
                        <a:sym typeface="Times New Roman"/>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CE8E9"/>
                    </a:solidFill>
                  </a:tcPr>
                </a:tc>
                <a:extLst>
                  <a:ext uri="{0D108BD9-81ED-4DB2-BD59-A6C34878D82A}">
                    <a16:rowId xmlns:a16="http://schemas.microsoft.com/office/drawing/2014/main" val="10002"/>
                  </a:ext>
                </a:extLst>
              </a:tr>
              <a:tr h="2234250">
                <a:tc>
                  <a:txBody>
                    <a:bodyPr/>
                    <a:lstStyle/>
                    <a:p>
                      <a:pPr marL="0" marR="0" lvl="0" indent="0" algn="l" rtl="0">
                        <a:lnSpc>
                          <a:spcPct val="115000"/>
                        </a:lnSpc>
                        <a:spcBef>
                          <a:spcPts val="0"/>
                        </a:spcBef>
                        <a:spcAft>
                          <a:spcPts val="0"/>
                        </a:spcAft>
                        <a:buClr>
                          <a:srgbClr val="000000"/>
                        </a:buClr>
                        <a:buSzPts val="1600"/>
                        <a:buFont typeface="Lucida Sans"/>
                        <a:buNone/>
                      </a:pPr>
                      <a:r>
                        <a:rPr lang="en-US" i="0" u="none" strike="noStrike" cap="none">
                          <a:solidFill>
                            <a:srgbClr val="000000"/>
                          </a:solidFill>
                          <a:latin typeface="Times New Roman"/>
                          <a:ea typeface="Times New Roman"/>
                          <a:cs typeface="Times New Roman"/>
                          <a:sym typeface="Times New Roman"/>
                        </a:rPr>
                        <a:t>“Prospects of tunnel fets in the design of power management circuits for weak energy harvesting dc sources,</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chemeClr val="lt1"/>
                      </a:solidFill>
                      <a:prstDash val="solid"/>
                      <a:round/>
                      <a:headEnd type="none" w="sm" len="sm"/>
                      <a:tailEnd type="none" w="sm" len="sm"/>
                    </a:lnB>
                    <a:solidFill>
                      <a:srgbClr val="D7CED0"/>
                    </a:solidFill>
                  </a:tcPr>
                </a:tc>
                <a:tc>
                  <a:txBody>
                    <a:bodyPr/>
                    <a:lstStyle/>
                    <a:p>
                      <a:pPr marL="0" marR="0" lvl="0" indent="0" algn="l" rtl="0">
                        <a:lnSpc>
                          <a:spcPct val="115000"/>
                        </a:lnSpc>
                        <a:spcBef>
                          <a:spcPts val="0"/>
                        </a:spcBef>
                        <a:spcAft>
                          <a:spcPts val="0"/>
                        </a:spcAft>
                        <a:buClr>
                          <a:srgbClr val="000000"/>
                        </a:buClr>
                        <a:buSzPts val="1400"/>
                        <a:buFont typeface="Lucida Sans"/>
                        <a:buNone/>
                      </a:pPr>
                      <a:r>
                        <a:rPr lang="en-US" i="0" u="none" strike="noStrike" cap="none">
                          <a:solidFill>
                            <a:srgbClr val="000000"/>
                          </a:solidFill>
                          <a:latin typeface="Times New Roman"/>
                          <a:ea typeface="Times New Roman"/>
                          <a:cs typeface="Times New Roman"/>
                          <a:sym typeface="Times New Roman"/>
                        </a:rPr>
                        <a:t>D. N. Cavalheiro</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chemeClr val="lt1"/>
                      </a:solidFill>
                      <a:prstDash val="solid"/>
                      <a:round/>
                      <a:headEnd type="none" w="sm" len="sm"/>
                      <a:tailEnd type="none" w="sm" len="sm"/>
                    </a:lnB>
                    <a:solidFill>
                      <a:srgbClr val="D7CED0"/>
                    </a:solidFill>
                  </a:tcPr>
                </a:tc>
                <a:tc>
                  <a:txBody>
                    <a:bodyPr/>
                    <a:lstStyle/>
                    <a:p>
                      <a:pPr marL="0" lvl="0" indent="0" algn="l" rtl="0">
                        <a:lnSpc>
                          <a:spcPct val="115000"/>
                        </a:lnSpc>
                        <a:spcBef>
                          <a:spcPts val="0"/>
                        </a:spcBef>
                        <a:spcAft>
                          <a:spcPts val="0"/>
                        </a:spcAft>
                        <a:buClr>
                          <a:schemeClr val="dk1"/>
                        </a:buClr>
                        <a:buSzPts val="1400"/>
                        <a:buFont typeface="Lucida Sans"/>
                        <a:buNone/>
                      </a:pPr>
                      <a:r>
                        <a:rPr lang="en-US">
                          <a:solidFill>
                            <a:schemeClr val="dk1"/>
                          </a:solidFill>
                          <a:latin typeface="Times New Roman"/>
                          <a:ea typeface="Times New Roman"/>
                          <a:cs typeface="Times New Roman"/>
                          <a:sym typeface="Times New Roman"/>
                        </a:rPr>
                        <a:t>Wide-band applicable and </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400"/>
                        <a:buFont typeface="Lucida Sans"/>
                        <a:buNone/>
                      </a:pPr>
                      <a:r>
                        <a:rPr lang="en-US">
                          <a:latin typeface="Times New Roman"/>
                          <a:ea typeface="Times New Roman"/>
                          <a:cs typeface="Times New Roman"/>
                          <a:sym typeface="Times New Roman"/>
                        </a:rPr>
                        <a:t>p</a:t>
                      </a:r>
                      <a:r>
                        <a:rPr lang="en-US" i="0" u="none" strike="noStrike" cap="none">
                          <a:solidFill>
                            <a:srgbClr val="000000"/>
                          </a:solidFill>
                          <a:latin typeface="Times New Roman"/>
                          <a:ea typeface="Times New Roman"/>
                          <a:cs typeface="Times New Roman"/>
                          <a:sym typeface="Times New Roman"/>
                        </a:rPr>
                        <a:t>resented an original lightweight</a:t>
                      </a:r>
                      <a:endParaRPr u="none" strike="noStrike" cap="none">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400"/>
                        <a:buFont typeface="Lucida Sans"/>
                        <a:buNone/>
                      </a:pP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chemeClr val="lt1"/>
                      </a:solidFill>
                      <a:prstDash val="solid"/>
                      <a:round/>
                      <a:headEnd type="none" w="sm" len="sm"/>
                      <a:tailEnd type="none" w="sm" len="sm"/>
                    </a:lnB>
                    <a:solidFill>
                      <a:srgbClr val="D7CED0"/>
                    </a:solidFill>
                  </a:tcPr>
                </a:tc>
                <a:tc>
                  <a:txBody>
                    <a:bodyPr/>
                    <a:lstStyle/>
                    <a:p>
                      <a:pPr marL="0" marR="0" lvl="0" indent="0" algn="l" rtl="0">
                        <a:lnSpc>
                          <a:spcPct val="115000"/>
                        </a:lnSpc>
                        <a:spcBef>
                          <a:spcPts val="0"/>
                        </a:spcBef>
                        <a:spcAft>
                          <a:spcPts val="0"/>
                        </a:spcAft>
                        <a:buClr>
                          <a:srgbClr val="000000"/>
                        </a:buClr>
                        <a:buSzPts val="1400"/>
                        <a:buFont typeface="Lucida Sans"/>
                        <a:buNone/>
                      </a:pPr>
                      <a:r>
                        <a:rPr lang="en-US" i="0" u="none" strike="noStrike" cap="none">
                          <a:solidFill>
                            <a:srgbClr val="000000"/>
                          </a:solidFill>
                          <a:latin typeface="Times New Roman"/>
                          <a:ea typeface="Times New Roman"/>
                          <a:cs typeface="Times New Roman"/>
                          <a:sym typeface="Times New Roman"/>
                        </a:rPr>
                        <a:t>More time consumption and Energy co</a:t>
                      </a:r>
                      <a:r>
                        <a:rPr lang="en-US">
                          <a:latin typeface="Times New Roman"/>
                          <a:ea typeface="Times New Roman"/>
                          <a:cs typeface="Times New Roman"/>
                          <a:sym typeface="Times New Roman"/>
                        </a:rPr>
                        <a:t>nsumption</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chemeClr val="lt1"/>
                      </a:solidFill>
                      <a:prstDash val="solid"/>
                      <a:round/>
                      <a:headEnd type="none" w="sm" len="sm"/>
                      <a:tailEnd type="none" w="sm" len="sm"/>
                    </a:lnB>
                    <a:solidFill>
                      <a:srgbClr val="D7CED0"/>
                    </a:solidFill>
                  </a:tcPr>
                </a:tc>
                <a:tc>
                  <a:txBody>
                    <a:bodyPr/>
                    <a:lstStyle/>
                    <a:p>
                      <a:pPr marL="0" marR="0" lvl="0" indent="0" algn="ctr" rtl="0">
                        <a:lnSpc>
                          <a:spcPct val="115000"/>
                        </a:lnSpc>
                        <a:spcBef>
                          <a:spcPts val="0"/>
                        </a:spcBef>
                        <a:spcAft>
                          <a:spcPts val="0"/>
                        </a:spcAft>
                        <a:buClr>
                          <a:srgbClr val="000000"/>
                        </a:buClr>
                        <a:buSzPts val="1400"/>
                        <a:buFont typeface="Lucida Sans"/>
                        <a:buNone/>
                      </a:pPr>
                      <a:r>
                        <a:rPr lang="en-US" i="0" u="none" strike="noStrike" cap="none">
                          <a:solidFill>
                            <a:srgbClr val="000000"/>
                          </a:solidFill>
                          <a:latin typeface="Times New Roman"/>
                          <a:ea typeface="Times New Roman"/>
                          <a:cs typeface="Times New Roman"/>
                          <a:sym typeface="Times New Roman"/>
                        </a:rPr>
                        <a:t>2018</a:t>
                      </a:r>
                      <a:endParaRPr u="none" strike="noStrike" cap="none">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chemeClr val="lt1"/>
                      </a:solidFill>
                      <a:prstDash val="solid"/>
                      <a:round/>
                      <a:headEnd type="none" w="sm" len="sm"/>
                      <a:tailEnd type="none" w="sm" len="sm"/>
                    </a:lnB>
                    <a:solidFill>
                      <a:srgbClr val="D7CED0"/>
                    </a:solidFill>
                  </a:tcPr>
                </a:tc>
                <a:extLst>
                  <a:ext uri="{0D108BD9-81ED-4DB2-BD59-A6C34878D82A}">
                    <a16:rowId xmlns:a16="http://schemas.microsoft.com/office/drawing/2014/main" val="10003"/>
                  </a:ext>
                </a:extLst>
              </a:tr>
            </a:tbl>
          </a:graphicData>
        </a:graphic>
      </p:graphicFrame>
      <p:sp>
        <p:nvSpPr>
          <p:cNvPr id="103" name="Google Shape;103;p14"/>
          <p:cNvSpPr txBox="1"/>
          <p:nvPr/>
        </p:nvSpPr>
        <p:spPr>
          <a:xfrm>
            <a:off x="8647112" y="6408737"/>
            <a:ext cx="366712" cy="36512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000"/>
              <a:buFont typeface="Lucida Sans"/>
              <a:buNone/>
            </a:pPr>
            <a:fld id="{00000000-1234-1234-1234-123412341234}" type="slidenum">
              <a:rPr lang="en-US" sz="1000" i="0" u="none" strike="noStrike" cap="none">
                <a:solidFill>
                  <a:schemeClr val="dk1"/>
                </a:solidFill>
                <a:latin typeface="Times New Roman"/>
                <a:ea typeface="Times New Roman"/>
                <a:cs typeface="Times New Roman"/>
                <a:sym typeface="Times New Roman"/>
              </a:rPr>
              <a:t>6</a:t>
            </a:fld>
            <a:endParaRPr sz="1400" i="0" u="none" strike="noStrike" cap="none">
              <a:solidFill>
                <a:srgbClr val="000000"/>
              </a:solidFill>
              <a:latin typeface="Times New Roman"/>
              <a:ea typeface="Times New Roman"/>
              <a:cs typeface="Times New Roman"/>
              <a:sym typeface="Times New Roman"/>
            </a:endParaRPr>
          </a:p>
        </p:txBody>
      </p:sp>
      <p:sp>
        <p:nvSpPr>
          <p:cNvPr id="104" name="Google Shape;104;p14"/>
          <p:cNvSpPr txBox="1">
            <a:spLocks noGrp="1"/>
          </p:cNvSpPr>
          <p:nvPr>
            <p:ph type="title" idx="4294967295"/>
          </p:nvPr>
        </p:nvSpPr>
        <p:spPr>
          <a:xfrm>
            <a:off x="457200" y="0"/>
            <a:ext cx="8229600" cy="6926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3600"/>
              <a:buFont typeface="Comic Sans MS"/>
              <a:buNone/>
            </a:pPr>
            <a:r>
              <a:rPr lang="en-US" sz="3600" i="0" u="none" strike="noStrike" cap="none">
                <a:solidFill>
                  <a:schemeClr val="dk2"/>
                </a:solidFill>
                <a:latin typeface="Times New Roman"/>
                <a:ea typeface="Times New Roman"/>
                <a:cs typeface="Times New Roman"/>
                <a:sym typeface="Times New Roman"/>
              </a:rPr>
              <a:t>LITERATURE   SURVEY</a:t>
            </a:r>
            <a:endParaRPr sz="3600" i="0" u="none" strike="noStrike" cap="none">
              <a:solidFill>
                <a:schemeClr val="dk2"/>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6"/>
          <p:cNvSpPr txBox="1">
            <a:spLocks noGrp="1"/>
          </p:cNvSpPr>
          <p:nvPr>
            <p:ph type="body" idx="1"/>
          </p:nvPr>
        </p:nvSpPr>
        <p:spPr>
          <a:xfrm>
            <a:off x="457200" y="1013625"/>
            <a:ext cx="8229600" cy="4830900"/>
          </a:xfrm>
          <a:prstGeom prst="rect">
            <a:avLst/>
          </a:prstGeom>
          <a:noFill/>
          <a:ln>
            <a:noFill/>
          </a:ln>
        </p:spPr>
        <p:txBody>
          <a:bodyPr spcFirstLastPara="1" wrap="square" lIns="91425" tIns="45700" rIns="91425" bIns="45700" anchor="t" anchorCtr="0">
            <a:noAutofit/>
          </a:bodyPr>
          <a:lstStyle/>
          <a:p>
            <a:pPr marL="365125" marR="0" lvl="0" indent="-304863" algn="just" rtl="0">
              <a:lnSpc>
                <a:spcPct val="150000"/>
              </a:lnSpc>
              <a:spcBef>
                <a:spcPts val="0"/>
              </a:spcBef>
              <a:spcAft>
                <a:spcPts val="0"/>
              </a:spcAft>
              <a:buClr>
                <a:schemeClr val="accent1"/>
              </a:buClr>
              <a:buSzPts val="2000"/>
              <a:buFont typeface="Times New Roman"/>
              <a:buChar char="●"/>
            </a:pPr>
            <a:r>
              <a:rPr lang="en-US" sz="2000" i="0" u="none">
                <a:solidFill>
                  <a:schemeClr val="dk1"/>
                </a:solidFill>
                <a:latin typeface="Times New Roman"/>
                <a:ea typeface="Times New Roman"/>
                <a:cs typeface="Times New Roman"/>
                <a:sym typeface="Times New Roman"/>
              </a:rPr>
              <a:t>Existing system Minimum Length Scheduling Problem(OSLR) scheme for mobile network wireless communication in which this communication is not efficient </a:t>
            </a:r>
            <a:endParaRPr sz="2000">
              <a:latin typeface="Times New Roman"/>
              <a:ea typeface="Times New Roman"/>
              <a:cs typeface="Times New Roman"/>
              <a:sym typeface="Times New Roman"/>
            </a:endParaRPr>
          </a:p>
          <a:p>
            <a:pPr marL="365125" marR="0" lvl="0" indent="-304863" algn="just" rtl="0">
              <a:lnSpc>
                <a:spcPct val="150000"/>
              </a:lnSpc>
              <a:spcBef>
                <a:spcPts val="400"/>
              </a:spcBef>
              <a:spcAft>
                <a:spcPts val="0"/>
              </a:spcAft>
              <a:buClr>
                <a:schemeClr val="accent1"/>
              </a:buClr>
              <a:buSzPts val="2000"/>
              <a:buFont typeface="Times New Roman"/>
              <a:buChar char="●"/>
            </a:pPr>
            <a:r>
              <a:rPr lang="en-US" sz="2000" i="0" u="none">
                <a:solidFill>
                  <a:schemeClr val="dk1"/>
                </a:solidFill>
                <a:latin typeface="Times New Roman"/>
                <a:ea typeface="Times New Roman"/>
                <a:cs typeface="Times New Roman"/>
                <a:sym typeface="Times New Roman"/>
              </a:rPr>
              <a:t>The security analysis shows that the proposed scheme is insecure. In addition, we test the formal security verification of the proposed scheme using the widely-accepted FANET tool to show the proposed scheme is also secure against the replay and man-in-the middle attacks</a:t>
            </a:r>
            <a:endParaRPr sz="2000">
              <a:latin typeface="Times New Roman"/>
              <a:ea typeface="Times New Roman"/>
              <a:cs typeface="Times New Roman"/>
              <a:sym typeface="Times New Roman"/>
            </a:endParaRPr>
          </a:p>
          <a:p>
            <a:pPr marL="365125" marR="0" lvl="0" indent="-304863" algn="just" rtl="0">
              <a:lnSpc>
                <a:spcPct val="150000"/>
              </a:lnSpc>
              <a:spcBef>
                <a:spcPts val="400"/>
              </a:spcBef>
              <a:spcAft>
                <a:spcPts val="0"/>
              </a:spcAft>
              <a:buClr>
                <a:schemeClr val="accent1"/>
              </a:buClr>
              <a:buSzPts val="2000"/>
              <a:buFont typeface="Times New Roman"/>
              <a:buChar char="●"/>
            </a:pPr>
            <a:r>
              <a:rPr lang="en-US" sz="2000" i="0" u="none">
                <a:solidFill>
                  <a:schemeClr val="dk1"/>
                </a:solidFill>
                <a:latin typeface="Times New Roman"/>
                <a:ea typeface="Times New Roman"/>
                <a:cs typeface="Times New Roman"/>
                <a:sym typeface="Times New Roman"/>
              </a:rPr>
              <a:t>In order to maintain the accuracy of the query result, nodes  reply with k data items with the highest score along multiple routes.</a:t>
            </a:r>
            <a:endParaRPr sz="2000" i="0" u="none">
              <a:solidFill>
                <a:schemeClr val="dk1"/>
              </a:solidFill>
              <a:latin typeface="Times New Roman"/>
              <a:ea typeface="Times New Roman"/>
              <a:cs typeface="Times New Roman"/>
              <a:sym typeface="Times New Roman"/>
            </a:endParaRPr>
          </a:p>
          <a:p>
            <a:pPr marL="365125" marR="0" lvl="0" indent="-304863" algn="just" rtl="0">
              <a:lnSpc>
                <a:spcPct val="150000"/>
              </a:lnSpc>
              <a:spcBef>
                <a:spcPts val="400"/>
              </a:spcBef>
              <a:spcAft>
                <a:spcPts val="0"/>
              </a:spcAft>
              <a:buClr>
                <a:schemeClr val="accent1"/>
              </a:buClr>
              <a:buSzPts val="2000"/>
              <a:buFont typeface="Times New Roman"/>
              <a:buChar char="●"/>
            </a:pPr>
            <a:r>
              <a:rPr lang="en-US" sz="2000" i="0" u="none">
                <a:solidFill>
                  <a:schemeClr val="dk1"/>
                </a:solidFill>
                <a:latin typeface="Times New Roman"/>
                <a:ea typeface="Times New Roman"/>
                <a:cs typeface="Times New Roman"/>
                <a:sym typeface="Times New Roman"/>
              </a:rPr>
              <a:t> After detecting attacks, the query-issuing node tries to identify the malicious nodes through message exchanges with other  nodes.</a:t>
            </a:r>
            <a:endParaRPr sz="2000">
              <a:latin typeface="Times New Roman"/>
              <a:ea typeface="Times New Roman"/>
              <a:cs typeface="Times New Roman"/>
              <a:sym typeface="Times New Roman"/>
            </a:endParaRPr>
          </a:p>
          <a:p>
            <a:pPr marL="457200" marR="0" lvl="0" indent="0" algn="just" rtl="0">
              <a:lnSpc>
                <a:spcPct val="150000"/>
              </a:lnSpc>
              <a:spcBef>
                <a:spcPts val="400"/>
              </a:spcBef>
              <a:spcAft>
                <a:spcPts val="0"/>
              </a:spcAft>
              <a:buNone/>
            </a:pPr>
            <a:endParaRPr sz="2000">
              <a:latin typeface="Times New Roman"/>
              <a:ea typeface="Times New Roman"/>
              <a:cs typeface="Times New Roman"/>
              <a:sym typeface="Times New Roman"/>
            </a:endParaRPr>
          </a:p>
        </p:txBody>
      </p:sp>
      <p:sp>
        <p:nvSpPr>
          <p:cNvPr id="117" name="Google Shape;117;p16"/>
          <p:cNvSpPr txBox="1"/>
          <p:nvPr/>
        </p:nvSpPr>
        <p:spPr>
          <a:xfrm>
            <a:off x="8647112" y="6408737"/>
            <a:ext cx="366712" cy="36512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000"/>
              <a:buFont typeface="Lucida Sans"/>
              <a:buNone/>
            </a:pPr>
            <a:fld id="{00000000-1234-1234-1234-123412341234}" type="slidenum">
              <a:rPr lang="en-US" sz="1000" b="0" i="0" u="none" strike="noStrike" cap="none">
                <a:solidFill>
                  <a:schemeClr val="dk1"/>
                </a:solidFill>
                <a:latin typeface="Lucida Sans"/>
                <a:ea typeface="Lucida Sans"/>
                <a:cs typeface="Lucida Sans"/>
                <a:sym typeface="Lucida Sans"/>
              </a:rPr>
              <a:t>7</a:t>
            </a:fld>
            <a:endParaRPr sz="1400" b="0" i="0" u="none" strike="noStrike" cap="none">
              <a:solidFill>
                <a:srgbClr val="000000"/>
              </a:solidFill>
              <a:latin typeface="Arial"/>
              <a:ea typeface="Arial"/>
              <a:cs typeface="Arial"/>
              <a:sym typeface="Arial"/>
            </a:endParaRPr>
          </a:p>
        </p:txBody>
      </p:sp>
      <p:sp>
        <p:nvSpPr>
          <p:cNvPr id="118" name="Google Shape;118;p16"/>
          <p:cNvSpPr txBox="1">
            <a:spLocks noGrp="1"/>
          </p:cNvSpPr>
          <p:nvPr>
            <p:ph type="title" idx="4294967295"/>
          </p:nvPr>
        </p:nvSpPr>
        <p:spPr>
          <a:xfrm>
            <a:off x="457200" y="116632"/>
            <a:ext cx="8429678" cy="108012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2"/>
              </a:buClr>
              <a:buSzPts val="3600"/>
              <a:buFont typeface="Comic Sans MS"/>
              <a:buNone/>
            </a:pPr>
            <a:r>
              <a:rPr lang="en-US" sz="3600" i="0" u="none" strike="noStrike" cap="none">
                <a:solidFill>
                  <a:schemeClr val="dk2"/>
                </a:solidFill>
                <a:latin typeface="Times New Roman"/>
                <a:ea typeface="Times New Roman"/>
                <a:cs typeface="Times New Roman"/>
                <a:sym typeface="Times New Roman"/>
              </a:rPr>
              <a:t>EXISTING SYSTEM</a:t>
            </a:r>
            <a:endParaRPr sz="3600" i="0" u="none" strike="noStrike" cap="none">
              <a:solidFill>
                <a:schemeClr val="dk2"/>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7"/>
          <p:cNvSpPr txBox="1">
            <a:spLocks noGrp="1"/>
          </p:cNvSpPr>
          <p:nvPr>
            <p:ph type="body" idx="1"/>
          </p:nvPr>
        </p:nvSpPr>
        <p:spPr>
          <a:xfrm>
            <a:off x="457200" y="1161237"/>
            <a:ext cx="8229600" cy="4526100"/>
          </a:xfrm>
          <a:prstGeom prst="rect">
            <a:avLst/>
          </a:prstGeom>
          <a:noFill/>
          <a:ln>
            <a:noFill/>
          </a:ln>
        </p:spPr>
        <p:txBody>
          <a:bodyPr spcFirstLastPara="1" wrap="square" lIns="91425" tIns="45700" rIns="91425" bIns="45700" anchor="t" anchorCtr="0">
            <a:normAutofit/>
          </a:bodyPr>
          <a:lstStyle/>
          <a:p>
            <a:pPr marL="365125" marR="0" lvl="0" indent="-261683" algn="just" rtl="0">
              <a:lnSpc>
                <a:spcPct val="150000"/>
              </a:lnSpc>
              <a:spcBef>
                <a:spcPts val="0"/>
              </a:spcBef>
              <a:spcAft>
                <a:spcPts val="0"/>
              </a:spcAft>
              <a:buClr>
                <a:schemeClr val="accent1"/>
              </a:buClr>
              <a:buSzPts val="2000"/>
              <a:buFont typeface="Times New Roman"/>
              <a:buChar char="●"/>
            </a:pPr>
            <a:r>
              <a:rPr lang="en-US" sz="2000" i="0" u="none">
                <a:solidFill>
                  <a:schemeClr val="dk1"/>
                </a:solidFill>
                <a:latin typeface="Times New Roman"/>
                <a:ea typeface="Times New Roman"/>
                <a:cs typeface="Times New Roman"/>
                <a:sym typeface="Times New Roman"/>
              </a:rPr>
              <a:t>Discovered routes by these algorithms may neither be energy-efficient nor be reliable. </a:t>
            </a:r>
            <a:endParaRPr sz="2000">
              <a:latin typeface="Times New Roman"/>
              <a:ea typeface="Times New Roman"/>
              <a:cs typeface="Times New Roman"/>
              <a:sym typeface="Times New Roman"/>
            </a:endParaRPr>
          </a:p>
          <a:p>
            <a:pPr marL="365125" marR="0" lvl="0" indent="-266001" algn="just" rtl="0">
              <a:lnSpc>
                <a:spcPct val="150000"/>
              </a:lnSpc>
              <a:spcBef>
                <a:spcPts val="400"/>
              </a:spcBef>
              <a:spcAft>
                <a:spcPts val="0"/>
              </a:spcAft>
              <a:buClr>
                <a:schemeClr val="accent1"/>
              </a:buClr>
              <a:buSzPts val="2000"/>
              <a:buFont typeface="Times New Roman"/>
              <a:buChar char="●"/>
            </a:pPr>
            <a:r>
              <a:rPr lang="en-US" sz="2000" i="0" u="none">
                <a:solidFill>
                  <a:schemeClr val="dk1"/>
                </a:solidFill>
                <a:latin typeface="Times New Roman"/>
                <a:ea typeface="Times New Roman"/>
                <a:cs typeface="Times New Roman"/>
                <a:sym typeface="Times New Roman"/>
              </a:rPr>
              <a:t>System security is low</a:t>
            </a:r>
            <a:endParaRPr sz="2000">
              <a:latin typeface="Times New Roman"/>
              <a:ea typeface="Times New Roman"/>
              <a:cs typeface="Times New Roman"/>
              <a:sym typeface="Times New Roman"/>
            </a:endParaRPr>
          </a:p>
          <a:p>
            <a:pPr marL="365125" marR="0" lvl="0" indent="-266001" algn="just" rtl="0">
              <a:lnSpc>
                <a:spcPct val="150000"/>
              </a:lnSpc>
              <a:spcBef>
                <a:spcPts val="400"/>
              </a:spcBef>
              <a:spcAft>
                <a:spcPts val="0"/>
              </a:spcAft>
              <a:buClr>
                <a:schemeClr val="accent1"/>
              </a:buClr>
              <a:buSzPts val="2000"/>
              <a:buFont typeface="Times New Roman"/>
              <a:buChar char="●"/>
            </a:pPr>
            <a:r>
              <a:rPr lang="en-US" sz="2000" i="0" u="none">
                <a:solidFill>
                  <a:schemeClr val="dk1"/>
                </a:solidFill>
                <a:latin typeface="Times New Roman"/>
                <a:ea typeface="Times New Roman"/>
                <a:cs typeface="Times New Roman"/>
                <a:sym typeface="Times New Roman"/>
              </a:rPr>
              <a:t>No improved  Energy Efficiency</a:t>
            </a:r>
            <a:endParaRPr sz="2000">
              <a:latin typeface="Times New Roman"/>
              <a:ea typeface="Times New Roman"/>
              <a:cs typeface="Times New Roman"/>
              <a:sym typeface="Times New Roman"/>
            </a:endParaRPr>
          </a:p>
          <a:p>
            <a:pPr marL="457200" marR="0" lvl="0" indent="0" algn="just" rtl="0">
              <a:lnSpc>
                <a:spcPct val="150000"/>
              </a:lnSpc>
              <a:spcBef>
                <a:spcPts val="400"/>
              </a:spcBef>
              <a:spcAft>
                <a:spcPts val="0"/>
              </a:spcAft>
              <a:buNone/>
            </a:pPr>
            <a:endParaRPr sz="2000">
              <a:latin typeface="Times New Roman"/>
              <a:ea typeface="Times New Roman"/>
              <a:cs typeface="Times New Roman"/>
              <a:sym typeface="Times New Roman"/>
            </a:endParaRPr>
          </a:p>
          <a:p>
            <a:pPr marL="457200" marR="0" lvl="0" indent="0" algn="just" rtl="0">
              <a:lnSpc>
                <a:spcPct val="150000"/>
              </a:lnSpc>
              <a:spcBef>
                <a:spcPts val="400"/>
              </a:spcBef>
              <a:spcAft>
                <a:spcPts val="0"/>
              </a:spcAft>
              <a:buNone/>
            </a:pPr>
            <a:endParaRPr sz="2000" i="0" u="none">
              <a:solidFill>
                <a:schemeClr val="dk1"/>
              </a:solidFill>
              <a:latin typeface="Times New Roman"/>
              <a:ea typeface="Times New Roman"/>
              <a:cs typeface="Times New Roman"/>
              <a:sym typeface="Times New Roman"/>
            </a:endParaRPr>
          </a:p>
        </p:txBody>
      </p:sp>
      <p:sp>
        <p:nvSpPr>
          <p:cNvPr id="124" name="Google Shape;124;p17"/>
          <p:cNvSpPr txBox="1"/>
          <p:nvPr/>
        </p:nvSpPr>
        <p:spPr>
          <a:xfrm>
            <a:off x="8647112" y="6408737"/>
            <a:ext cx="366712" cy="365125"/>
          </a:xfrm>
          <a:prstGeom prst="rect">
            <a:avLst/>
          </a:prstGeom>
          <a:noFill/>
          <a:ln>
            <a:noFill/>
          </a:ln>
        </p:spPr>
        <p:txBody>
          <a:bodyPr spcFirstLastPara="1" wrap="square" lIns="91425" tIns="45700" rIns="91425" bIns="45700" anchor="b" anchorCtr="0">
            <a:noAutofit/>
          </a:bodyPr>
          <a:lstStyle/>
          <a:p>
            <a:pPr marL="457200" marR="0" lvl="0" indent="-292100" algn="r" rtl="0">
              <a:lnSpc>
                <a:spcPct val="100000"/>
              </a:lnSpc>
              <a:spcBef>
                <a:spcPts val="0"/>
              </a:spcBef>
              <a:spcAft>
                <a:spcPts val="0"/>
              </a:spcAft>
              <a:buClr>
                <a:schemeClr val="dk1"/>
              </a:buClr>
              <a:buSzPts val="1000"/>
              <a:buFont typeface="Lucida Sans"/>
              <a:buChar char="●"/>
            </a:pPr>
            <a:fld id="{00000000-1234-1234-1234-123412341234}" type="slidenum">
              <a:rPr lang="en-US" sz="1000" b="0" i="0" u="none" strike="noStrike" cap="none">
                <a:solidFill>
                  <a:schemeClr val="dk1"/>
                </a:solidFill>
                <a:latin typeface="Lucida Sans"/>
                <a:ea typeface="Lucida Sans"/>
                <a:cs typeface="Lucida Sans"/>
                <a:sym typeface="Lucida Sans"/>
              </a:rPr>
              <a:t>8</a:t>
            </a:fld>
            <a:endParaRPr sz="1400" b="0" i="0" u="none" strike="noStrike" cap="none">
              <a:solidFill>
                <a:srgbClr val="000000"/>
              </a:solidFill>
              <a:latin typeface="Arial"/>
              <a:ea typeface="Arial"/>
              <a:cs typeface="Arial"/>
              <a:sym typeface="Arial"/>
            </a:endParaRPr>
          </a:p>
        </p:txBody>
      </p:sp>
      <p:sp>
        <p:nvSpPr>
          <p:cNvPr id="125" name="Google Shape;125;p17"/>
          <p:cNvSpPr txBox="1">
            <a:spLocks noGrp="1"/>
          </p:cNvSpPr>
          <p:nvPr>
            <p:ph type="title" idx="4294967295"/>
          </p:nvPr>
        </p:nvSpPr>
        <p:spPr>
          <a:xfrm>
            <a:off x="109425" y="246813"/>
            <a:ext cx="8229600" cy="1143000"/>
          </a:xfrm>
          <a:prstGeom prst="rect">
            <a:avLst/>
          </a:prstGeom>
          <a:noFill/>
          <a:ln>
            <a:noFill/>
          </a:ln>
        </p:spPr>
        <p:txBody>
          <a:bodyPr spcFirstLastPara="1" wrap="square" lIns="91425" tIns="45700" rIns="91425" bIns="45700" anchor="ctr" anchorCtr="0">
            <a:normAutofit/>
          </a:bodyPr>
          <a:lstStyle/>
          <a:p>
            <a:pPr marL="457200" marR="0" lvl="0" indent="0" algn="l" rtl="0">
              <a:lnSpc>
                <a:spcPct val="100000"/>
              </a:lnSpc>
              <a:spcBef>
                <a:spcPts val="0"/>
              </a:spcBef>
              <a:spcAft>
                <a:spcPts val="0"/>
              </a:spcAft>
              <a:buNone/>
            </a:pPr>
            <a:r>
              <a:rPr lang="en-US" sz="3600" i="0" u="none" strike="noStrike" cap="none">
                <a:solidFill>
                  <a:schemeClr val="dk2"/>
                </a:solidFill>
                <a:latin typeface="Times New Roman"/>
                <a:ea typeface="Times New Roman"/>
                <a:cs typeface="Times New Roman"/>
                <a:sym typeface="Times New Roman"/>
              </a:rPr>
              <a:t>DISADVANTAGES</a:t>
            </a:r>
            <a:endParaRPr>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8"/>
          <p:cNvSpPr txBox="1">
            <a:spLocks noGrp="1"/>
          </p:cNvSpPr>
          <p:nvPr>
            <p:ph type="body" idx="1"/>
          </p:nvPr>
        </p:nvSpPr>
        <p:spPr>
          <a:xfrm>
            <a:off x="457200" y="1143000"/>
            <a:ext cx="8229600" cy="5257800"/>
          </a:xfrm>
          <a:prstGeom prst="rect">
            <a:avLst/>
          </a:prstGeom>
          <a:noFill/>
          <a:ln>
            <a:noFill/>
          </a:ln>
        </p:spPr>
        <p:txBody>
          <a:bodyPr spcFirstLastPara="1" wrap="square" lIns="91425" tIns="45700" rIns="91425" bIns="45700" anchor="t" anchorCtr="0">
            <a:noAutofit/>
          </a:bodyPr>
          <a:lstStyle/>
          <a:p>
            <a:pPr marL="285750" marR="0" lvl="0" indent="-335026" algn="just" rtl="0">
              <a:lnSpc>
                <a:spcPct val="150000"/>
              </a:lnSpc>
              <a:spcBef>
                <a:spcPts val="0"/>
              </a:spcBef>
              <a:spcAft>
                <a:spcPts val="0"/>
              </a:spcAft>
              <a:buClr>
                <a:schemeClr val="accent1"/>
              </a:buClr>
              <a:buSzPts val="2000"/>
              <a:buFont typeface="Times New Roman"/>
              <a:buChar char="●"/>
            </a:pPr>
            <a:r>
              <a:rPr lang="en-US" sz="2000" i="0" u="none">
                <a:solidFill>
                  <a:srgbClr val="242021"/>
                </a:solidFill>
                <a:latin typeface="Times New Roman"/>
                <a:ea typeface="Times New Roman"/>
                <a:cs typeface="Times New Roman"/>
                <a:sym typeface="Times New Roman"/>
              </a:rPr>
              <a:t>This paper proposes a UAV position-based modified FPA routing protocol for efficient in data security, which deals with high mobility, topological changes, and energy constraint issues in the existing protocols</a:t>
            </a:r>
            <a:r>
              <a:rPr lang="en-US" sz="2000" i="0" u="none">
                <a:solidFill>
                  <a:schemeClr val="dk1"/>
                </a:solidFill>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p>
            <a:pPr marL="285750" marR="0" lvl="0" indent="-335026" algn="just" rtl="0">
              <a:lnSpc>
                <a:spcPct val="150000"/>
              </a:lnSpc>
              <a:spcBef>
                <a:spcPts val="400"/>
              </a:spcBef>
              <a:spcAft>
                <a:spcPts val="0"/>
              </a:spcAft>
              <a:buClr>
                <a:schemeClr val="accent1"/>
              </a:buClr>
              <a:buSzPts val="2000"/>
              <a:buFont typeface="Noto Sans Symbols"/>
              <a:buChar char="●"/>
            </a:pPr>
            <a:r>
              <a:rPr lang="en-US" sz="2000" i="0" u="none">
                <a:solidFill>
                  <a:schemeClr val="dk1"/>
                </a:solidFill>
                <a:latin typeface="Times New Roman"/>
                <a:ea typeface="Times New Roman"/>
                <a:cs typeface="Times New Roman"/>
                <a:sym typeface="Times New Roman"/>
              </a:rPr>
              <a:t>Because </a:t>
            </a:r>
            <a:r>
              <a:rPr lang="en-US" sz="2000" b="1" i="0" u="none">
                <a:solidFill>
                  <a:schemeClr val="dk1"/>
                </a:solidFill>
                <a:latin typeface="Times New Roman"/>
                <a:ea typeface="Times New Roman"/>
                <a:cs typeface="Times New Roman"/>
                <a:sym typeface="Times New Roman"/>
              </a:rPr>
              <a:t>FPA</a:t>
            </a:r>
            <a:r>
              <a:rPr lang="en-US" sz="2000" i="0" u="none">
                <a:solidFill>
                  <a:schemeClr val="dk1"/>
                </a:solidFill>
                <a:latin typeface="Times New Roman"/>
                <a:ea typeface="Times New Roman"/>
                <a:cs typeface="Times New Roman"/>
                <a:sym typeface="Times New Roman"/>
              </a:rPr>
              <a:t> is a symmetric </a:t>
            </a:r>
            <a:r>
              <a:rPr lang="en-US" sz="2000" b="1" i="0" u="none">
                <a:solidFill>
                  <a:schemeClr val="dk1"/>
                </a:solidFill>
                <a:latin typeface="Times New Roman"/>
                <a:ea typeface="Times New Roman"/>
                <a:cs typeface="Times New Roman"/>
                <a:sym typeface="Times New Roman"/>
              </a:rPr>
              <a:t>algorithm</a:t>
            </a:r>
            <a:r>
              <a:rPr lang="en-US" sz="2000" i="0" u="none">
                <a:solidFill>
                  <a:schemeClr val="dk1"/>
                </a:solidFill>
                <a:latin typeface="Times New Roman"/>
                <a:ea typeface="Times New Roman"/>
                <a:cs typeface="Times New Roman"/>
                <a:sym typeface="Times New Roman"/>
              </a:rPr>
              <a:t>, the same procedure is used for decryption as well as </a:t>
            </a:r>
            <a:r>
              <a:rPr lang="en-US" sz="2000" b="1" i="0" u="none">
                <a:solidFill>
                  <a:schemeClr val="dk1"/>
                </a:solidFill>
                <a:latin typeface="Times New Roman"/>
                <a:ea typeface="Times New Roman"/>
                <a:cs typeface="Times New Roman"/>
                <a:sym typeface="Times New Roman"/>
              </a:rPr>
              <a:t>encryption</a:t>
            </a:r>
            <a:r>
              <a:rPr lang="en-US" sz="2000" i="0" u="none">
                <a:solidFill>
                  <a:schemeClr val="dk1"/>
                </a:solidFill>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p>
            <a:pPr marL="285750" marR="0" lvl="0" indent="-335026" algn="just" rtl="0">
              <a:lnSpc>
                <a:spcPct val="150000"/>
              </a:lnSpc>
              <a:spcBef>
                <a:spcPts val="400"/>
              </a:spcBef>
              <a:spcAft>
                <a:spcPts val="0"/>
              </a:spcAft>
              <a:buClr>
                <a:schemeClr val="accent1"/>
              </a:buClr>
              <a:buSzPts val="2000"/>
              <a:buFont typeface="Times New Roman"/>
              <a:buChar char="●"/>
            </a:pPr>
            <a:r>
              <a:rPr lang="en-US" sz="2000" i="0" u="none">
                <a:solidFill>
                  <a:schemeClr val="dk1"/>
                </a:solidFill>
                <a:latin typeface="Times New Roman"/>
                <a:ea typeface="Times New Roman"/>
                <a:cs typeface="Times New Roman"/>
                <a:sym typeface="Times New Roman"/>
              </a:rPr>
              <a:t>Embedded network security with single-chip all-encapsulated encryption modules.High-gain, rugged, and lower cost multi-directional antennas.</a:t>
            </a:r>
            <a:endParaRPr sz="2000">
              <a:latin typeface="Times New Roman"/>
              <a:ea typeface="Times New Roman"/>
              <a:cs typeface="Times New Roman"/>
              <a:sym typeface="Times New Roman"/>
            </a:endParaRPr>
          </a:p>
          <a:p>
            <a:pPr marL="285750" marR="0" lvl="0" indent="-335026" algn="just" rtl="0">
              <a:lnSpc>
                <a:spcPct val="150000"/>
              </a:lnSpc>
              <a:spcBef>
                <a:spcPts val="400"/>
              </a:spcBef>
              <a:spcAft>
                <a:spcPts val="0"/>
              </a:spcAft>
              <a:buClr>
                <a:schemeClr val="accent1"/>
              </a:buClr>
              <a:buSzPts val="2000"/>
              <a:buFont typeface="Times New Roman"/>
              <a:buChar char="●"/>
            </a:pPr>
            <a:r>
              <a:rPr lang="en-US" sz="2000" i="0" u="none">
                <a:solidFill>
                  <a:schemeClr val="dk1"/>
                </a:solidFill>
                <a:latin typeface="Times New Roman"/>
                <a:ea typeface="Times New Roman"/>
                <a:cs typeface="Times New Roman"/>
                <a:sym typeface="Times New Roman"/>
              </a:rPr>
              <a:t>Highly efficient radios for low bandwidth and full-time high-speed communications links with better shortest path .</a:t>
            </a:r>
            <a:endParaRPr sz="2000">
              <a:latin typeface="Times New Roman"/>
              <a:ea typeface="Times New Roman"/>
              <a:cs typeface="Times New Roman"/>
              <a:sym typeface="Times New Roman"/>
            </a:endParaRPr>
          </a:p>
        </p:txBody>
      </p:sp>
      <p:sp>
        <p:nvSpPr>
          <p:cNvPr id="131" name="Google Shape;131;p18"/>
          <p:cNvSpPr txBox="1"/>
          <p:nvPr/>
        </p:nvSpPr>
        <p:spPr>
          <a:xfrm>
            <a:off x="8647112" y="6408737"/>
            <a:ext cx="366712" cy="36512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000"/>
              <a:buFont typeface="Lucida Sans"/>
              <a:buNone/>
            </a:pPr>
            <a:fld id="{00000000-1234-1234-1234-123412341234}" type="slidenum">
              <a:rPr lang="en-US" sz="1000" b="0" i="0" u="none" strike="noStrike" cap="none">
                <a:solidFill>
                  <a:schemeClr val="dk1"/>
                </a:solidFill>
                <a:latin typeface="Lucida Sans"/>
                <a:ea typeface="Lucida Sans"/>
                <a:cs typeface="Lucida Sans"/>
                <a:sym typeface="Lucida Sans"/>
              </a:rPr>
              <a:t>9</a:t>
            </a:fld>
            <a:endParaRPr sz="1400" b="0" i="0" u="none" strike="noStrike" cap="none">
              <a:solidFill>
                <a:srgbClr val="000000"/>
              </a:solidFill>
              <a:latin typeface="Arial"/>
              <a:ea typeface="Arial"/>
              <a:cs typeface="Arial"/>
              <a:sym typeface="Arial"/>
            </a:endParaRPr>
          </a:p>
        </p:txBody>
      </p:sp>
      <p:sp>
        <p:nvSpPr>
          <p:cNvPr id="132" name="Google Shape;132;p18"/>
          <p:cNvSpPr txBox="1">
            <a:spLocks noGrp="1"/>
          </p:cNvSpPr>
          <p:nvPr>
            <p:ph type="title" idx="4294967295"/>
          </p:nvPr>
        </p:nvSpPr>
        <p:spPr>
          <a:xfrm>
            <a:off x="457200" y="193500"/>
            <a:ext cx="8229600" cy="11430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2"/>
              </a:buClr>
              <a:buSzPts val="3600"/>
              <a:buFont typeface="Comic Sans MS"/>
              <a:buNone/>
            </a:pPr>
            <a:r>
              <a:rPr lang="en-US" sz="3600" i="0" u="none" strike="noStrike" cap="none">
                <a:solidFill>
                  <a:schemeClr val="dk2"/>
                </a:solidFill>
                <a:latin typeface="Times New Roman"/>
                <a:ea typeface="Times New Roman"/>
                <a:cs typeface="Times New Roman"/>
                <a:sym typeface="Times New Roman"/>
              </a:rPr>
              <a:t>PROPOSED SYSTEM</a:t>
            </a:r>
            <a:endParaRPr>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9"/>
          <p:cNvSpPr txBox="1">
            <a:spLocks noGrp="1"/>
          </p:cNvSpPr>
          <p:nvPr>
            <p:ph type="body" idx="1"/>
          </p:nvPr>
        </p:nvSpPr>
        <p:spPr>
          <a:xfrm>
            <a:off x="457200" y="1063862"/>
            <a:ext cx="8229600" cy="4526100"/>
          </a:xfrm>
          <a:prstGeom prst="rect">
            <a:avLst/>
          </a:prstGeom>
          <a:noFill/>
          <a:ln>
            <a:noFill/>
          </a:ln>
        </p:spPr>
        <p:txBody>
          <a:bodyPr spcFirstLastPara="1" wrap="square" lIns="91425" tIns="45700" rIns="91425" bIns="45700" anchor="t" anchorCtr="0">
            <a:noAutofit/>
          </a:bodyPr>
          <a:lstStyle/>
          <a:p>
            <a:pPr marL="365125" marR="0" lvl="0" indent="-211137" algn="just" rtl="0">
              <a:lnSpc>
                <a:spcPct val="150000"/>
              </a:lnSpc>
              <a:spcBef>
                <a:spcPts val="0"/>
              </a:spcBef>
              <a:spcAft>
                <a:spcPts val="0"/>
              </a:spcAft>
              <a:buClr>
                <a:schemeClr val="accent1"/>
              </a:buClr>
              <a:buSzPts val="1136"/>
              <a:buFont typeface="Times New Roman"/>
              <a:buChar char="●"/>
            </a:pPr>
            <a:r>
              <a:rPr lang="en-US" sz="2000" i="0" u="none" dirty="0">
                <a:solidFill>
                  <a:schemeClr val="dk1"/>
                </a:solidFill>
                <a:latin typeface="Times New Roman"/>
                <a:ea typeface="Times New Roman"/>
                <a:cs typeface="Times New Roman"/>
                <a:sym typeface="Times New Roman"/>
              </a:rPr>
              <a:t>Algorithms that consider the reliability of links to find more reliable routes. </a:t>
            </a:r>
            <a:endParaRPr sz="2000" dirty="0">
              <a:latin typeface="Times New Roman"/>
              <a:ea typeface="Times New Roman"/>
              <a:cs typeface="Times New Roman"/>
              <a:sym typeface="Times New Roman"/>
            </a:endParaRPr>
          </a:p>
          <a:p>
            <a:pPr marL="365125" marR="0" lvl="0" indent="-211137" algn="just" rtl="0">
              <a:lnSpc>
                <a:spcPct val="150000"/>
              </a:lnSpc>
              <a:spcBef>
                <a:spcPts val="400"/>
              </a:spcBef>
              <a:spcAft>
                <a:spcPts val="0"/>
              </a:spcAft>
              <a:buClr>
                <a:schemeClr val="accent1"/>
              </a:buClr>
              <a:buSzPts val="1136"/>
              <a:buFont typeface="Times New Roman"/>
              <a:buChar char="●"/>
            </a:pPr>
            <a:r>
              <a:rPr lang="en-US" sz="2000" i="0" u="none" dirty="0">
                <a:solidFill>
                  <a:schemeClr val="dk1"/>
                </a:solidFill>
                <a:latin typeface="Times New Roman"/>
                <a:ea typeface="Times New Roman"/>
                <a:cs typeface="Times New Roman"/>
                <a:sym typeface="Times New Roman"/>
              </a:rPr>
              <a:t>Algorithms that aim at finding energy-efficient routes</a:t>
            </a:r>
            <a:endParaRPr sz="2000" dirty="0">
              <a:latin typeface="Times New Roman"/>
              <a:ea typeface="Times New Roman"/>
              <a:cs typeface="Times New Roman"/>
              <a:sym typeface="Times New Roman"/>
            </a:endParaRPr>
          </a:p>
          <a:p>
            <a:pPr marL="365125" marR="0" lvl="0" indent="-211137" algn="just" rtl="0">
              <a:lnSpc>
                <a:spcPct val="150000"/>
              </a:lnSpc>
              <a:spcBef>
                <a:spcPts val="400"/>
              </a:spcBef>
              <a:spcAft>
                <a:spcPts val="0"/>
              </a:spcAft>
              <a:buClr>
                <a:schemeClr val="accent1"/>
              </a:buClr>
              <a:buSzPts val="1136"/>
              <a:buFont typeface="Times New Roman"/>
              <a:buChar char="●"/>
            </a:pPr>
            <a:r>
              <a:rPr lang="en-US" sz="2000" i="0" u="none" dirty="0">
                <a:solidFill>
                  <a:schemeClr val="dk1"/>
                </a:solidFill>
                <a:latin typeface="Times New Roman"/>
                <a:ea typeface="Times New Roman"/>
                <a:cs typeface="Times New Roman"/>
                <a:sym typeface="Times New Roman"/>
              </a:rPr>
              <a:t>Algorithms that try to prolong the network lifetime by finding routes consisting of nodes with a higher level of battery energy</a:t>
            </a:r>
            <a:endParaRPr sz="2000" dirty="0">
              <a:latin typeface="Times New Roman"/>
              <a:ea typeface="Times New Roman"/>
              <a:cs typeface="Times New Roman"/>
              <a:sym typeface="Times New Roman"/>
            </a:endParaRPr>
          </a:p>
          <a:p>
            <a:pPr marL="365125" marR="0" lvl="0" indent="-211137" algn="just" rtl="0">
              <a:lnSpc>
                <a:spcPct val="150000"/>
              </a:lnSpc>
              <a:spcBef>
                <a:spcPts val="400"/>
              </a:spcBef>
              <a:spcAft>
                <a:spcPts val="0"/>
              </a:spcAft>
              <a:buClr>
                <a:schemeClr val="accent1"/>
              </a:buClr>
              <a:buSzPts val="1136"/>
              <a:buFont typeface="Times New Roman"/>
              <a:buChar char="●"/>
            </a:pPr>
            <a:r>
              <a:rPr lang="en-US" sz="2000" i="0" u="none" dirty="0">
                <a:solidFill>
                  <a:schemeClr val="dk1"/>
                </a:solidFill>
                <a:latin typeface="Times New Roman"/>
                <a:ea typeface="Times New Roman"/>
                <a:cs typeface="Times New Roman"/>
                <a:sym typeface="Times New Roman"/>
              </a:rPr>
              <a:t>Algorithms that has more security options .</a:t>
            </a:r>
            <a:endParaRPr sz="2000" dirty="0">
              <a:latin typeface="Times New Roman"/>
              <a:ea typeface="Times New Roman"/>
              <a:cs typeface="Times New Roman"/>
              <a:sym typeface="Times New Roman"/>
            </a:endParaRPr>
          </a:p>
          <a:p>
            <a:pPr marL="457200" marR="0" lvl="0" indent="0" algn="just" rtl="0">
              <a:lnSpc>
                <a:spcPct val="150000"/>
              </a:lnSpc>
              <a:spcBef>
                <a:spcPts val="400"/>
              </a:spcBef>
              <a:spcAft>
                <a:spcPts val="0"/>
              </a:spcAft>
              <a:buNone/>
            </a:pPr>
            <a:endParaRPr sz="2000" i="0" u="none" dirty="0">
              <a:solidFill>
                <a:schemeClr val="dk1"/>
              </a:solidFill>
              <a:latin typeface="Times New Roman"/>
              <a:ea typeface="Times New Roman"/>
              <a:cs typeface="Times New Roman"/>
              <a:sym typeface="Times New Roman"/>
            </a:endParaRPr>
          </a:p>
        </p:txBody>
      </p:sp>
      <p:sp>
        <p:nvSpPr>
          <p:cNvPr id="138" name="Google Shape;138;p19"/>
          <p:cNvSpPr txBox="1">
            <a:spLocks noGrp="1"/>
          </p:cNvSpPr>
          <p:nvPr>
            <p:ph type="title" idx="4294967295"/>
          </p:nvPr>
        </p:nvSpPr>
        <p:spPr>
          <a:xfrm>
            <a:off x="457200" y="149450"/>
            <a:ext cx="85566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2"/>
              </a:buClr>
              <a:buSzPts val="3600"/>
              <a:buFont typeface="Comic Sans MS"/>
              <a:buNone/>
            </a:pPr>
            <a:r>
              <a:rPr lang="en-US" sz="3650" dirty="0">
                <a:latin typeface="Times New Roman"/>
                <a:ea typeface="Times New Roman"/>
                <a:cs typeface="Times New Roman"/>
                <a:sym typeface="Times New Roman"/>
              </a:rPr>
              <a:t>ADVANTAGES</a:t>
            </a:r>
            <a:endParaRPr sz="3650" dirty="0">
              <a:latin typeface="Times New Roman"/>
              <a:ea typeface="Times New Roman"/>
              <a:cs typeface="Times New Roman"/>
              <a:sym typeface="Times New Roman"/>
            </a:endParaRPr>
          </a:p>
        </p:txBody>
      </p:sp>
      <p:sp>
        <p:nvSpPr>
          <p:cNvPr id="139" name="Google Shape;139;p19"/>
          <p:cNvSpPr txBox="1"/>
          <p:nvPr/>
        </p:nvSpPr>
        <p:spPr>
          <a:xfrm>
            <a:off x="8647112" y="6408737"/>
            <a:ext cx="366712" cy="36512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000"/>
              <a:buFont typeface="Lucida Sans"/>
              <a:buNone/>
            </a:pPr>
            <a:fld id="{00000000-1234-1234-1234-123412341234}" type="slidenum">
              <a:rPr lang="en-US" sz="1000" i="0" u="none" strike="noStrike" cap="none">
                <a:solidFill>
                  <a:schemeClr val="dk1"/>
                </a:solidFill>
                <a:latin typeface="Times New Roman"/>
                <a:ea typeface="Times New Roman"/>
                <a:cs typeface="Times New Roman"/>
                <a:sym typeface="Times New Roman"/>
              </a:rPr>
              <a:t>10</a:t>
            </a:fld>
            <a:endParaRPr sz="140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0"/>
          <p:cNvSpPr txBox="1">
            <a:spLocks noGrp="1"/>
          </p:cNvSpPr>
          <p:nvPr>
            <p:ph type="title" idx="4294967295"/>
          </p:nvPr>
        </p:nvSpPr>
        <p:spPr>
          <a:xfrm>
            <a:off x="457200" y="246813"/>
            <a:ext cx="8229600" cy="11430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2"/>
              </a:buClr>
              <a:buSzPts val="4100"/>
              <a:buFont typeface="Lucida Sans"/>
              <a:buNone/>
            </a:pPr>
            <a:r>
              <a:rPr lang="en-US" sz="3650" i="0" u="none" strike="noStrike" cap="none">
                <a:solidFill>
                  <a:schemeClr val="dk2"/>
                </a:solidFill>
                <a:latin typeface="Times New Roman"/>
                <a:ea typeface="Times New Roman"/>
                <a:cs typeface="Times New Roman"/>
                <a:sym typeface="Times New Roman"/>
              </a:rPr>
              <a:t>SYSTEM ARCHITECTURE</a:t>
            </a:r>
            <a:endParaRPr sz="3650">
              <a:latin typeface="Times New Roman"/>
              <a:ea typeface="Times New Roman"/>
              <a:cs typeface="Times New Roman"/>
              <a:sym typeface="Times New Roman"/>
            </a:endParaRPr>
          </a:p>
        </p:txBody>
      </p:sp>
      <p:sp>
        <p:nvSpPr>
          <p:cNvPr id="145" name="Google Shape;145;p20"/>
          <p:cNvSpPr txBox="1"/>
          <p:nvPr/>
        </p:nvSpPr>
        <p:spPr>
          <a:xfrm>
            <a:off x="8647112" y="6408737"/>
            <a:ext cx="366712" cy="36512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000"/>
              <a:buFont typeface="Lucida Sans"/>
              <a:buNone/>
            </a:pPr>
            <a:fld id="{00000000-1234-1234-1234-123412341234}" type="slidenum">
              <a:rPr lang="en-US" sz="1000" b="0" i="0" u="none" strike="noStrike" cap="none">
                <a:solidFill>
                  <a:schemeClr val="dk1"/>
                </a:solidFill>
                <a:latin typeface="Lucida Sans"/>
                <a:ea typeface="Lucida Sans"/>
                <a:cs typeface="Lucida Sans"/>
                <a:sym typeface="Lucida Sans"/>
              </a:rPr>
              <a:t>11</a:t>
            </a:fld>
            <a:endParaRPr sz="1400" b="0" i="0" u="none" strike="noStrike" cap="none">
              <a:solidFill>
                <a:srgbClr val="000000"/>
              </a:solidFill>
              <a:latin typeface="Arial"/>
              <a:ea typeface="Arial"/>
              <a:cs typeface="Arial"/>
              <a:sym typeface="Arial"/>
            </a:endParaRPr>
          </a:p>
        </p:txBody>
      </p:sp>
      <p:pic>
        <p:nvPicPr>
          <p:cNvPr id="146" name="Google Shape;146;p20"/>
          <p:cNvPicPr preferRelativeResize="0">
            <a:picLocks noGrp="1"/>
          </p:cNvPicPr>
          <p:nvPr>
            <p:ph type="body" idx="1"/>
          </p:nvPr>
        </p:nvPicPr>
        <p:blipFill rotWithShape="1">
          <a:blip r:embed="rId3">
            <a:alphaModFix/>
          </a:blip>
          <a:srcRect/>
          <a:stretch/>
        </p:blipFill>
        <p:spPr>
          <a:xfrm>
            <a:off x="539762" y="1277937"/>
            <a:ext cx="8064600" cy="5130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2"/>
          <p:cNvSpPr txBox="1">
            <a:spLocks noGrp="1"/>
          </p:cNvSpPr>
          <p:nvPr>
            <p:ph type="body" idx="1"/>
          </p:nvPr>
        </p:nvSpPr>
        <p:spPr>
          <a:xfrm>
            <a:off x="457200" y="1244662"/>
            <a:ext cx="8229600" cy="4526100"/>
          </a:xfrm>
          <a:prstGeom prst="rect">
            <a:avLst/>
          </a:prstGeom>
          <a:noFill/>
          <a:ln>
            <a:noFill/>
          </a:ln>
        </p:spPr>
        <p:txBody>
          <a:bodyPr spcFirstLastPara="1" wrap="square" lIns="91425" tIns="45700" rIns="91425" bIns="45700" anchor="t" anchorCtr="0">
            <a:noAutofit/>
          </a:bodyPr>
          <a:lstStyle/>
          <a:p>
            <a:pPr marL="365125" lvl="0" indent="-217487" algn="just" rtl="0">
              <a:lnSpc>
                <a:spcPct val="150000"/>
              </a:lnSpc>
              <a:spcBef>
                <a:spcPts val="400"/>
              </a:spcBef>
              <a:spcAft>
                <a:spcPts val="0"/>
              </a:spcAft>
              <a:buSzPts val="624"/>
              <a:buFont typeface="Times New Roman"/>
              <a:buChar char="●"/>
            </a:pPr>
            <a:r>
              <a:rPr lang="en-US" sz="2100">
                <a:latin typeface="Times New Roman"/>
                <a:ea typeface="Times New Roman"/>
                <a:cs typeface="Times New Roman"/>
                <a:sym typeface="Times New Roman"/>
              </a:rPr>
              <a:t>UAV Network Deployment</a:t>
            </a:r>
            <a:endParaRPr sz="2100">
              <a:latin typeface="Times New Roman"/>
              <a:ea typeface="Times New Roman"/>
              <a:cs typeface="Times New Roman"/>
              <a:sym typeface="Times New Roman"/>
            </a:endParaRPr>
          </a:p>
          <a:p>
            <a:pPr marL="365125" lvl="0" indent="-217487" algn="just" rtl="0">
              <a:lnSpc>
                <a:spcPct val="150000"/>
              </a:lnSpc>
              <a:spcBef>
                <a:spcPts val="400"/>
              </a:spcBef>
              <a:spcAft>
                <a:spcPts val="0"/>
              </a:spcAft>
              <a:buSzPts val="624"/>
              <a:buFont typeface="Times New Roman"/>
              <a:buChar char="●"/>
            </a:pPr>
            <a:r>
              <a:rPr lang="en-US" sz="2100">
                <a:latin typeface="Times New Roman"/>
                <a:ea typeface="Times New Roman"/>
                <a:cs typeface="Times New Roman"/>
                <a:sym typeface="Times New Roman"/>
              </a:rPr>
              <a:t>Data Communication</a:t>
            </a:r>
            <a:endParaRPr sz="2100">
              <a:latin typeface="Times New Roman"/>
              <a:ea typeface="Times New Roman"/>
              <a:cs typeface="Times New Roman"/>
              <a:sym typeface="Times New Roman"/>
            </a:endParaRPr>
          </a:p>
          <a:p>
            <a:pPr marL="365125" lvl="0" indent="-217487" algn="just" rtl="0">
              <a:lnSpc>
                <a:spcPct val="150000"/>
              </a:lnSpc>
              <a:spcBef>
                <a:spcPts val="400"/>
              </a:spcBef>
              <a:spcAft>
                <a:spcPts val="0"/>
              </a:spcAft>
              <a:buSzPts val="624"/>
              <a:buFont typeface="Times New Roman"/>
              <a:buChar char="●"/>
            </a:pPr>
            <a:r>
              <a:rPr lang="en-US" sz="2100">
                <a:latin typeface="Times New Roman"/>
                <a:ea typeface="Times New Roman"/>
                <a:cs typeface="Times New Roman"/>
                <a:sym typeface="Times New Roman"/>
              </a:rPr>
              <a:t>Trust Computation</a:t>
            </a:r>
            <a:endParaRPr sz="2100">
              <a:latin typeface="Times New Roman"/>
              <a:ea typeface="Times New Roman"/>
              <a:cs typeface="Times New Roman"/>
              <a:sym typeface="Times New Roman"/>
            </a:endParaRPr>
          </a:p>
          <a:p>
            <a:pPr marL="365125" lvl="0" indent="-217487" algn="just" rtl="0">
              <a:lnSpc>
                <a:spcPct val="150000"/>
              </a:lnSpc>
              <a:spcBef>
                <a:spcPts val="400"/>
              </a:spcBef>
              <a:spcAft>
                <a:spcPts val="0"/>
              </a:spcAft>
              <a:buSzPts val="624"/>
              <a:buFont typeface="Times New Roman"/>
              <a:buChar char="●"/>
            </a:pPr>
            <a:r>
              <a:rPr lang="en-US" sz="2100">
                <a:latin typeface="Times New Roman"/>
                <a:ea typeface="Times New Roman"/>
                <a:cs typeface="Times New Roman"/>
                <a:sym typeface="Times New Roman"/>
              </a:rPr>
              <a:t>FPA implementation</a:t>
            </a:r>
            <a:endParaRPr sz="2100">
              <a:latin typeface="Times New Roman"/>
              <a:ea typeface="Times New Roman"/>
              <a:cs typeface="Times New Roman"/>
              <a:sym typeface="Times New Roman"/>
            </a:endParaRPr>
          </a:p>
          <a:p>
            <a:pPr marL="365125" lvl="0" indent="-217487" algn="just" rtl="0">
              <a:lnSpc>
                <a:spcPct val="150000"/>
              </a:lnSpc>
              <a:spcBef>
                <a:spcPts val="400"/>
              </a:spcBef>
              <a:spcAft>
                <a:spcPts val="0"/>
              </a:spcAft>
              <a:buSzPts val="624"/>
              <a:buFont typeface="Times New Roman"/>
              <a:buChar char="●"/>
            </a:pPr>
            <a:r>
              <a:rPr lang="en-US" sz="2100">
                <a:latin typeface="Times New Roman"/>
                <a:ea typeface="Times New Roman"/>
                <a:cs typeface="Times New Roman"/>
                <a:sym typeface="Times New Roman"/>
              </a:rPr>
              <a:t>Encryption and Decryption </a:t>
            </a:r>
            <a:endParaRPr sz="2100">
              <a:latin typeface="Times New Roman"/>
              <a:ea typeface="Times New Roman"/>
              <a:cs typeface="Times New Roman"/>
              <a:sym typeface="Times New Roman"/>
            </a:endParaRPr>
          </a:p>
          <a:p>
            <a:pPr marL="365125" lvl="0" indent="-217487" algn="just" rtl="0">
              <a:lnSpc>
                <a:spcPct val="150000"/>
              </a:lnSpc>
              <a:spcBef>
                <a:spcPts val="400"/>
              </a:spcBef>
              <a:spcAft>
                <a:spcPts val="0"/>
              </a:spcAft>
              <a:buSzPts val="624"/>
              <a:buFont typeface="Times New Roman"/>
              <a:buChar char="●"/>
            </a:pPr>
            <a:r>
              <a:rPr lang="en-US" sz="2100">
                <a:latin typeface="Times New Roman"/>
                <a:ea typeface="Times New Roman"/>
                <a:cs typeface="Times New Roman"/>
                <a:sym typeface="Times New Roman"/>
              </a:rPr>
              <a:t>Performance Analysis Result</a:t>
            </a:r>
            <a:endParaRPr sz="2100">
              <a:latin typeface="Times New Roman"/>
              <a:ea typeface="Times New Roman"/>
              <a:cs typeface="Times New Roman"/>
              <a:sym typeface="Times New Roman"/>
            </a:endParaRPr>
          </a:p>
          <a:p>
            <a:pPr marL="457200" lvl="0" indent="0" algn="just" rtl="0">
              <a:lnSpc>
                <a:spcPct val="150000"/>
              </a:lnSpc>
              <a:spcBef>
                <a:spcPts val="400"/>
              </a:spcBef>
              <a:spcAft>
                <a:spcPts val="0"/>
              </a:spcAft>
              <a:buNone/>
            </a:pPr>
            <a:endParaRPr sz="2100">
              <a:latin typeface="Times New Roman"/>
              <a:ea typeface="Times New Roman"/>
              <a:cs typeface="Times New Roman"/>
              <a:sym typeface="Times New Roman"/>
            </a:endParaRPr>
          </a:p>
        </p:txBody>
      </p:sp>
      <p:sp>
        <p:nvSpPr>
          <p:cNvPr id="160" name="Google Shape;160;p22"/>
          <p:cNvSpPr txBox="1">
            <a:spLocks noGrp="1"/>
          </p:cNvSpPr>
          <p:nvPr>
            <p:ph type="title" idx="4294967295"/>
          </p:nvPr>
        </p:nvSpPr>
        <p:spPr>
          <a:xfrm>
            <a:off x="457200" y="246813"/>
            <a:ext cx="8229600" cy="11430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2"/>
              </a:buClr>
              <a:buSzPts val="4100"/>
              <a:buFont typeface="Lucida Sans"/>
              <a:buNone/>
            </a:pPr>
            <a:r>
              <a:rPr lang="en-US" sz="3600">
                <a:latin typeface="Times New Roman"/>
                <a:ea typeface="Times New Roman"/>
                <a:cs typeface="Times New Roman"/>
                <a:sym typeface="Times New Roman"/>
              </a:rPr>
              <a:t>MODULES</a:t>
            </a:r>
            <a:endParaRPr sz="3600">
              <a:latin typeface="Times New Roman"/>
              <a:ea typeface="Times New Roman"/>
              <a:cs typeface="Times New Roman"/>
              <a:sym typeface="Times New Roman"/>
            </a:endParaRPr>
          </a:p>
        </p:txBody>
      </p:sp>
      <p:sp>
        <p:nvSpPr>
          <p:cNvPr id="161" name="Google Shape;161;p22"/>
          <p:cNvSpPr txBox="1"/>
          <p:nvPr/>
        </p:nvSpPr>
        <p:spPr>
          <a:xfrm>
            <a:off x="8647112" y="6408737"/>
            <a:ext cx="366712" cy="36512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000"/>
              <a:buFont typeface="Lucida Sans"/>
              <a:buNone/>
            </a:pPr>
            <a:fld id="{00000000-1234-1234-1234-123412341234}" type="slidenum">
              <a:rPr lang="en-US" sz="1000" i="0" u="none" strike="noStrike" cap="none">
                <a:solidFill>
                  <a:schemeClr val="dk1"/>
                </a:solidFill>
                <a:latin typeface="Times New Roman"/>
                <a:ea typeface="Times New Roman"/>
                <a:cs typeface="Times New Roman"/>
                <a:sym typeface="Times New Roman"/>
              </a:rPr>
              <a:t>12</a:t>
            </a:fld>
            <a:endParaRPr sz="140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3"/>
          <p:cNvSpPr txBox="1">
            <a:spLocks noGrp="1"/>
          </p:cNvSpPr>
          <p:nvPr>
            <p:ph type="title" idx="4294967295"/>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2"/>
              </a:buClr>
              <a:buSzPts val="4100"/>
              <a:buFont typeface="Lucida Sans"/>
              <a:buNone/>
            </a:pPr>
            <a:r>
              <a:rPr lang="en-US" sz="3600" dirty="0">
                <a:latin typeface="Times New Roman"/>
                <a:ea typeface="Times New Roman"/>
                <a:cs typeface="Times New Roman"/>
                <a:sym typeface="Times New Roman"/>
              </a:rPr>
              <a:t>MODULES EXPLANATION</a:t>
            </a:r>
            <a:endParaRPr sz="3600" dirty="0">
              <a:latin typeface="Times New Roman"/>
              <a:ea typeface="Times New Roman"/>
              <a:cs typeface="Times New Roman"/>
              <a:sym typeface="Times New Roman"/>
            </a:endParaRPr>
          </a:p>
        </p:txBody>
      </p:sp>
      <p:sp>
        <p:nvSpPr>
          <p:cNvPr id="167" name="Google Shape;167;p23"/>
          <p:cNvSpPr txBox="1">
            <a:spLocks noGrp="1"/>
          </p:cNvSpPr>
          <p:nvPr>
            <p:ph type="body" idx="1"/>
          </p:nvPr>
        </p:nvSpPr>
        <p:spPr>
          <a:xfrm>
            <a:off x="457200" y="1252537"/>
            <a:ext cx="8229600" cy="4526100"/>
          </a:xfrm>
          <a:prstGeom prst="rect">
            <a:avLst/>
          </a:prstGeom>
          <a:noFill/>
          <a:ln>
            <a:noFill/>
          </a:ln>
        </p:spPr>
        <p:txBody>
          <a:bodyPr spcFirstLastPara="1" wrap="square" lIns="91425" tIns="45700" rIns="91425" bIns="45700" anchor="t" anchorCtr="0">
            <a:noAutofit/>
          </a:bodyPr>
          <a:lstStyle/>
          <a:p>
            <a:pPr marL="147638" marR="0" lvl="0" indent="0" algn="just" rtl="0">
              <a:lnSpc>
                <a:spcPct val="150000"/>
              </a:lnSpc>
              <a:spcBef>
                <a:spcPts val="0"/>
              </a:spcBef>
              <a:spcAft>
                <a:spcPts val="0"/>
              </a:spcAft>
              <a:buClr>
                <a:schemeClr val="accent1"/>
              </a:buClr>
              <a:buSzPts val="1236"/>
              <a:buNone/>
            </a:pPr>
            <a:endParaRPr sz="2100" i="0" u="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5"/>
          <p:cNvSpPr txBox="1">
            <a:spLocks noGrp="1"/>
          </p:cNvSpPr>
          <p:nvPr>
            <p:ph type="sldNum" idx="12"/>
          </p:nvPr>
        </p:nvSpPr>
        <p:spPr>
          <a:xfrm>
            <a:off x="8647112" y="6408737"/>
            <a:ext cx="366600" cy="3651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000"/>
              <a:buFont typeface="Lucida Sans"/>
              <a:buNone/>
            </a:pPr>
            <a:fld id="{00000000-1234-1234-1234-123412341234}" type="slidenum">
              <a:rPr lang="en-US"/>
              <a:t>14</a:t>
            </a:fld>
            <a:endParaRPr/>
          </a:p>
        </p:txBody>
      </p:sp>
      <p:pic>
        <p:nvPicPr>
          <p:cNvPr id="206" name="Google Shape;206;p25"/>
          <p:cNvPicPr preferRelativeResize="0"/>
          <p:nvPr/>
        </p:nvPicPr>
        <p:blipFill rotWithShape="1">
          <a:blip r:embed="rId3">
            <a:alphaModFix/>
          </a:blip>
          <a:srcRect/>
          <a:stretch/>
        </p:blipFill>
        <p:spPr>
          <a:xfrm>
            <a:off x="1627575" y="1157725"/>
            <a:ext cx="5754075" cy="4674026"/>
          </a:xfrm>
          <a:prstGeom prst="rect">
            <a:avLst/>
          </a:prstGeom>
          <a:noFill/>
          <a:ln w="9525" cap="flat" cmpd="sng">
            <a:solidFill>
              <a:srgbClr val="000000"/>
            </a:solidFill>
            <a:prstDash val="solid"/>
            <a:miter lim="8000"/>
            <a:headEnd type="none" w="sm" len="sm"/>
            <a:tailEnd type="none" w="sm" len="sm"/>
          </a:ln>
        </p:spPr>
      </p:pic>
      <p:sp>
        <p:nvSpPr>
          <p:cNvPr id="207" name="Google Shape;207;p25"/>
          <p:cNvSpPr txBox="1"/>
          <p:nvPr/>
        </p:nvSpPr>
        <p:spPr>
          <a:xfrm>
            <a:off x="-206700" y="5933475"/>
            <a:ext cx="9557400" cy="4155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THROUGHPUT VS VEHICLE SPEED</a:t>
            </a:r>
            <a:endParaRPr sz="1500" b="1" i="0" u="none" strike="noStrike" cap="none">
              <a:solidFill>
                <a:schemeClr val="dk2"/>
              </a:solidFill>
              <a:latin typeface="Comic Sans MS"/>
              <a:ea typeface="Comic Sans MS"/>
              <a:cs typeface="Comic Sans MS"/>
              <a:sym typeface="Comic Sans MS"/>
            </a:endParaRPr>
          </a:p>
        </p:txBody>
      </p:sp>
      <p:sp>
        <p:nvSpPr>
          <p:cNvPr id="208" name="Google Shape;208;p25"/>
          <p:cNvSpPr txBox="1"/>
          <p:nvPr/>
        </p:nvSpPr>
        <p:spPr>
          <a:xfrm>
            <a:off x="457200" y="457200"/>
            <a:ext cx="3000000" cy="66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690"/>
              <a:buFont typeface="Arial"/>
              <a:buNone/>
            </a:pPr>
            <a:r>
              <a:rPr lang="en-US" sz="3090" b="1" i="0" u="none" strike="noStrike" cap="none">
                <a:solidFill>
                  <a:schemeClr val="dk2"/>
                </a:solidFill>
                <a:latin typeface="Times New Roman"/>
                <a:ea typeface="Times New Roman"/>
                <a:cs typeface="Times New Roman"/>
                <a:sym typeface="Times New Roman"/>
              </a:rPr>
              <a:t>RESULTS:</a:t>
            </a:r>
            <a:endParaRPr sz="3090" b="1" i="0" u="none" strike="noStrike" cap="none">
              <a:solidFill>
                <a:schemeClr val="dk2"/>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06"/>
                                        </p:tgtEl>
                                        <p:attrNameLst>
                                          <p:attrName>style.visibility</p:attrName>
                                        </p:attrNameLst>
                                      </p:cBhvr>
                                      <p:to>
                                        <p:strVal val="visible"/>
                                      </p:to>
                                    </p:set>
                                    <p:anim calcmode="lin" valueType="num">
                                      <p:cBhvr additive="base">
                                        <p:cTn id="7" dur="500"/>
                                        <p:tgtEl>
                                          <p:spTgt spid="206"/>
                                        </p:tgtEl>
                                        <p:attrNameLst>
                                          <p:attrName>ppt_w</p:attrName>
                                        </p:attrNameLst>
                                      </p:cBhvr>
                                      <p:tavLst>
                                        <p:tav tm="0">
                                          <p:val>
                                            <p:strVal val="0"/>
                                          </p:val>
                                        </p:tav>
                                        <p:tav tm="100000">
                                          <p:val>
                                            <p:strVal val="#ppt_w"/>
                                          </p:val>
                                        </p:tav>
                                      </p:tavLst>
                                    </p:anim>
                                    <p:anim calcmode="lin" valueType="num">
                                      <p:cBhvr additive="base">
                                        <p:cTn id="8" dur="500"/>
                                        <p:tgtEl>
                                          <p:spTgt spid="20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6"/>
          <p:cNvSpPr txBox="1">
            <a:spLocks noGrp="1"/>
          </p:cNvSpPr>
          <p:nvPr>
            <p:ph type="sldNum" idx="12"/>
          </p:nvPr>
        </p:nvSpPr>
        <p:spPr>
          <a:xfrm>
            <a:off x="8647112" y="6408737"/>
            <a:ext cx="366600" cy="3651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000"/>
              <a:buFont typeface="Lucida Sans"/>
              <a:buNone/>
            </a:pPr>
            <a:fld id="{00000000-1234-1234-1234-123412341234}" type="slidenum">
              <a:rPr lang="en-US"/>
              <a:t>15</a:t>
            </a:fld>
            <a:endParaRPr/>
          </a:p>
        </p:txBody>
      </p:sp>
      <p:pic>
        <p:nvPicPr>
          <p:cNvPr id="215" name="Google Shape;215;p26"/>
          <p:cNvPicPr preferRelativeResize="0"/>
          <p:nvPr/>
        </p:nvPicPr>
        <p:blipFill rotWithShape="1">
          <a:blip r:embed="rId3">
            <a:alphaModFix/>
          </a:blip>
          <a:srcRect/>
          <a:stretch/>
        </p:blipFill>
        <p:spPr>
          <a:xfrm>
            <a:off x="1608463" y="1103588"/>
            <a:ext cx="5513675" cy="4650826"/>
          </a:xfrm>
          <a:prstGeom prst="rect">
            <a:avLst/>
          </a:prstGeom>
          <a:noFill/>
          <a:ln w="9525" cap="flat" cmpd="sng">
            <a:solidFill>
              <a:srgbClr val="000000"/>
            </a:solidFill>
            <a:prstDash val="solid"/>
            <a:miter lim="8000"/>
            <a:headEnd type="none" w="sm" len="sm"/>
            <a:tailEnd type="none" w="sm" len="sm"/>
          </a:ln>
        </p:spPr>
      </p:pic>
      <p:sp>
        <p:nvSpPr>
          <p:cNvPr id="216" name="Google Shape;216;p26"/>
          <p:cNvSpPr txBox="1"/>
          <p:nvPr/>
        </p:nvSpPr>
        <p:spPr>
          <a:xfrm>
            <a:off x="-413412" y="5867388"/>
            <a:ext cx="95574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New Roman"/>
                <a:ea typeface="Times New Roman"/>
                <a:cs typeface="Times New Roman"/>
                <a:sym typeface="Times New Roman"/>
              </a:rPr>
              <a:t>AVERAGE DELAY VS TIME</a:t>
            </a:r>
            <a:endParaRPr sz="1400" b="1" i="0" u="none" strike="noStrike" cap="none">
              <a:solidFill>
                <a:schemeClr val="dk2"/>
              </a:solidFill>
              <a:latin typeface="Comic Sans MS"/>
              <a:ea typeface="Comic Sans MS"/>
              <a:cs typeface="Comic Sans MS"/>
              <a:sym typeface="Comic Sans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15"/>
                                        </p:tgtEl>
                                        <p:attrNameLst>
                                          <p:attrName>style.visibility</p:attrName>
                                        </p:attrNameLst>
                                      </p:cBhvr>
                                      <p:to>
                                        <p:strVal val="visible"/>
                                      </p:to>
                                    </p:set>
                                    <p:anim calcmode="lin" valueType="num">
                                      <p:cBhvr additive="base">
                                        <p:cTn id="7" dur="500"/>
                                        <p:tgtEl>
                                          <p:spTgt spid="215"/>
                                        </p:tgtEl>
                                        <p:attrNameLst>
                                          <p:attrName>ppt_w</p:attrName>
                                        </p:attrNameLst>
                                      </p:cBhvr>
                                      <p:tavLst>
                                        <p:tav tm="0">
                                          <p:val>
                                            <p:strVal val="0"/>
                                          </p:val>
                                        </p:tav>
                                        <p:tav tm="100000">
                                          <p:val>
                                            <p:strVal val="#ppt_w"/>
                                          </p:val>
                                        </p:tav>
                                      </p:tavLst>
                                    </p:anim>
                                    <p:anim calcmode="lin" valueType="num">
                                      <p:cBhvr additive="base">
                                        <p:cTn id="8" dur="500"/>
                                        <p:tgtEl>
                                          <p:spTgt spid="215"/>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7"/>
          <p:cNvSpPr txBox="1">
            <a:spLocks noGrp="1"/>
          </p:cNvSpPr>
          <p:nvPr>
            <p:ph type="body" idx="1"/>
          </p:nvPr>
        </p:nvSpPr>
        <p:spPr>
          <a:xfrm>
            <a:off x="90450" y="812000"/>
            <a:ext cx="8963100" cy="5857800"/>
          </a:xfrm>
          <a:prstGeom prst="rect">
            <a:avLst/>
          </a:prstGeom>
          <a:noFill/>
          <a:ln>
            <a:noFill/>
          </a:ln>
        </p:spPr>
        <p:txBody>
          <a:bodyPr spcFirstLastPara="1" wrap="square" lIns="91425" tIns="45700" rIns="91425" bIns="45700" anchor="t" anchorCtr="0">
            <a:normAutofit/>
          </a:bodyPr>
          <a:lstStyle/>
          <a:p>
            <a:pPr marL="457200" marR="0" lvl="0" indent="-355600" algn="just" rtl="0">
              <a:lnSpc>
                <a:spcPct val="150000"/>
              </a:lnSpc>
              <a:spcBef>
                <a:spcPts val="400"/>
              </a:spcBef>
              <a:spcAft>
                <a:spcPts val="0"/>
              </a:spcAft>
              <a:buClr>
                <a:srgbClr val="1F1F1F"/>
              </a:buClr>
              <a:buSzPts val="2000"/>
              <a:buFont typeface="Times New Roman"/>
              <a:buChar char="●"/>
            </a:pPr>
            <a:r>
              <a:rPr lang="en-US" sz="2000">
                <a:solidFill>
                  <a:srgbClr val="1F1F1F"/>
                </a:solidFill>
                <a:highlight>
                  <a:srgbClr val="FFFFFF"/>
                </a:highlight>
                <a:latin typeface="Times New Roman"/>
                <a:ea typeface="Times New Roman"/>
                <a:cs typeface="Times New Roman"/>
                <a:sym typeface="Times New Roman"/>
              </a:rPr>
              <a:t>UAV technology is rapidly advancing, with a growing emphasis on coordinated teams.  However, this coordination hinges on robust networking models that function within highly mobile environments. Existing mobile ad-hoc network solutions (MANETs) and their flying counterparts (FPANETs) may not fully address the unique demands of UAV swarms. These demands include factors like dynamic node mobility, optimized pathfinding, minimizing delay, and robust security. </a:t>
            </a:r>
            <a:endParaRPr sz="2000">
              <a:solidFill>
                <a:srgbClr val="1F1F1F"/>
              </a:solidFill>
              <a:highlight>
                <a:srgbClr val="FFFFFF"/>
              </a:highlight>
              <a:latin typeface="Times New Roman"/>
              <a:ea typeface="Times New Roman"/>
              <a:cs typeface="Times New Roman"/>
              <a:sym typeface="Times New Roman"/>
            </a:endParaRPr>
          </a:p>
          <a:p>
            <a:pPr marL="457200" marR="0" lvl="0" indent="-355600" algn="just" rtl="0">
              <a:lnSpc>
                <a:spcPct val="150000"/>
              </a:lnSpc>
              <a:spcBef>
                <a:spcPts val="0"/>
              </a:spcBef>
              <a:spcAft>
                <a:spcPts val="0"/>
              </a:spcAft>
              <a:buClr>
                <a:srgbClr val="1F1F1F"/>
              </a:buClr>
              <a:buSzPts val="2000"/>
              <a:buFont typeface="Times New Roman"/>
              <a:buChar char="●"/>
            </a:pPr>
            <a:r>
              <a:rPr lang="en-US" sz="2000">
                <a:solidFill>
                  <a:srgbClr val="1F1F1F"/>
                </a:solidFill>
                <a:highlight>
                  <a:srgbClr val="FFFFFF"/>
                </a:highlight>
                <a:latin typeface="Times New Roman"/>
                <a:ea typeface="Times New Roman"/>
                <a:cs typeface="Times New Roman"/>
                <a:sym typeface="Times New Roman"/>
              </a:rPr>
              <a:t>This project highlights the challenges associated with UAVs as mobile relay nodes and the need for novel network models. By identifying open research areas and future work, this project paves the way for innovative solutions that will unlock the full potential of coordinated UAV operations.</a:t>
            </a:r>
            <a:endParaRPr sz="2000">
              <a:latin typeface="Times New Roman"/>
              <a:ea typeface="Times New Roman"/>
              <a:cs typeface="Times New Roman"/>
              <a:sym typeface="Times New Roman"/>
            </a:endParaRPr>
          </a:p>
        </p:txBody>
      </p:sp>
      <p:sp>
        <p:nvSpPr>
          <p:cNvPr id="222" name="Google Shape;222;p27"/>
          <p:cNvSpPr txBox="1"/>
          <p:nvPr/>
        </p:nvSpPr>
        <p:spPr>
          <a:xfrm>
            <a:off x="8647112" y="6484937"/>
            <a:ext cx="366600" cy="365100"/>
          </a:xfrm>
          <a:prstGeom prst="rect">
            <a:avLst/>
          </a:prstGeom>
          <a:noFill/>
          <a:ln>
            <a:noFill/>
          </a:ln>
        </p:spPr>
        <p:txBody>
          <a:bodyPr spcFirstLastPara="1" wrap="square" lIns="91425" tIns="45700" rIns="91425" bIns="45700" anchor="b" anchorCtr="0">
            <a:noAutofit/>
          </a:bodyPr>
          <a:lstStyle/>
          <a:p>
            <a:pPr marL="0" marR="0" lvl="0" indent="0" algn="r" rtl="0">
              <a:lnSpc>
                <a:spcPct val="115000"/>
              </a:lnSpc>
              <a:spcBef>
                <a:spcPts val="0"/>
              </a:spcBef>
              <a:spcAft>
                <a:spcPts val="0"/>
              </a:spcAft>
              <a:buClr>
                <a:schemeClr val="dk1"/>
              </a:buClr>
              <a:buSzPts val="1000"/>
              <a:buFont typeface="Lucida Sans"/>
              <a:buNone/>
            </a:pPr>
            <a:fld id="{00000000-1234-1234-1234-123412341234}" type="slidenum">
              <a:rPr lang="en-US" sz="1000" i="0" u="none" strike="noStrike" cap="none">
                <a:solidFill>
                  <a:schemeClr val="dk1"/>
                </a:solidFill>
                <a:latin typeface="Times New Roman"/>
                <a:ea typeface="Times New Roman"/>
                <a:cs typeface="Times New Roman"/>
                <a:sym typeface="Times New Roman"/>
              </a:rPr>
              <a:t>16</a:t>
            </a:fld>
            <a:endParaRPr sz="1400" i="0" u="none" strike="noStrike" cap="none">
              <a:solidFill>
                <a:srgbClr val="000000"/>
              </a:solidFill>
              <a:latin typeface="Times New Roman"/>
              <a:ea typeface="Times New Roman"/>
              <a:cs typeface="Times New Roman"/>
              <a:sym typeface="Times New Roman"/>
            </a:endParaRPr>
          </a:p>
        </p:txBody>
      </p:sp>
      <p:sp>
        <p:nvSpPr>
          <p:cNvPr id="223" name="Google Shape;223;p27"/>
          <p:cNvSpPr txBox="1">
            <a:spLocks noGrp="1"/>
          </p:cNvSpPr>
          <p:nvPr>
            <p:ph type="title" idx="4294967295"/>
          </p:nvPr>
        </p:nvSpPr>
        <p:spPr>
          <a:xfrm>
            <a:off x="431225" y="55650"/>
            <a:ext cx="9144000" cy="928800"/>
          </a:xfrm>
          <a:prstGeom prst="rect">
            <a:avLst/>
          </a:prstGeom>
          <a:noFill/>
          <a:ln>
            <a:noFill/>
          </a:ln>
        </p:spPr>
        <p:txBody>
          <a:bodyPr spcFirstLastPara="1" wrap="square" lIns="91425" tIns="45700" rIns="91425" bIns="45700" anchor="ctr" anchorCtr="0">
            <a:normAutofit/>
          </a:bodyPr>
          <a:lstStyle/>
          <a:p>
            <a:pPr marL="0" marR="0" lvl="0" indent="0" algn="l" rtl="0">
              <a:lnSpc>
                <a:spcPct val="115000"/>
              </a:lnSpc>
              <a:spcBef>
                <a:spcPts val="0"/>
              </a:spcBef>
              <a:spcAft>
                <a:spcPts val="0"/>
              </a:spcAft>
              <a:buClr>
                <a:schemeClr val="dk2"/>
              </a:buClr>
              <a:buSzPts val="3600"/>
              <a:buFont typeface="Comic Sans MS"/>
              <a:buNone/>
            </a:pPr>
            <a:r>
              <a:rPr lang="en-US" sz="3600">
                <a:latin typeface="Times New Roman"/>
                <a:ea typeface="Times New Roman"/>
                <a:cs typeface="Times New Roman"/>
                <a:sym typeface="Times New Roman"/>
              </a:rPr>
              <a:t>CONCLUSION</a:t>
            </a:r>
            <a:endParaRPr>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026EE0DD-A62D-150B-6CAB-791430759AB1}"/>
            </a:ext>
          </a:extLst>
        </p:cNvPr>
        <p:cNvGrpSpPr/>
        <p:nvPr/>
      </p:nvGrpSpPr>
      <p:grpSpPr>
        <a:xfrm>
          <a:off x="0" y="0"/>
          <a:ext cx="0" cy="0"/>
          <a:chOff x="0" y="0"/>
          <a:chExt cx="0" cy="0"/>
        </a:xfrm>
      </p:grpSpPr>
      <p:sp>
        <p:nvSpPr>
          <p:cNvPr id="221" name="Google Shape;221;p27">
            <a:extLst>
              <a:ext uri="{FF2B5EF4-FFF2-40B4-BE49-F238E27FC236}">
                <a16:creationId xmlns:a16="http://schemas.microsoft.com/office/drawing/2014/main" id="{AA239966-451C-E754-E6B6-D6CB2686C8DB}"/>
              </a:ext>
            </a:extLst>
          </p:cNvPr>
          <p:cNvSpPr txBox="1">
            <a:spLocks noGrp="1"/>
          </p:cNvSpPr>
          <p:nvPr>
            <p:ph type="body" idx="1"/>
          </p:nvPr>
        </p:nvSpPr>
        <p:spPr>
          <a:xfrm>
            <a:off x="90450" y="812000"/>
            <a:ext cx="8963100" cy="5857800"/>
          </a:xfrm>
          <a:prstGeom prst="rect">
            <a:avLst/>
          </a:prstGeom>
          <a:noFill/>
          <a:ln>
            <a:noFill/>
          </a:ln>
        </p:spPr>
        <p:txBody>
          <a:bodyPr spcFirstLastPara="1" wrap="square" lIns="91425" tIns="45700" rIns="91425" bIns="45700" anchor="t" anchorCtr="0">
            <a:normAutofit/>
          </a:bodyPr>
          <a:lstStyle/>
          <a:p>
            <a:pPr marL="457200" marR="0" lvl="0" indent="-355600" algn="just" rtl="0">
              <a:lnSpc>
                <a:spcPct val="150000"/>
              </a:lnSpc>
              <a:spcBef>
                <a:spcPts val="400"/>
              </a:spcBef>
              <a:spcAft>
                <a:spcPts val="0"/>
              </a:spcAft>
              <a:buClr>
                <a:srgbClr val="1F1F1F"/>
              </a:buClr>
              <a:buSzPts val="2000"/>
              <a:buFont typeface="Times New Roman"/>
              <a:buChar char="●"/>
            </a:pPr>
            <a:endParaRPr sz="2000" dirty="0">
              <a:latin typeface="Times New Roman"/>
              <a:ea typeface="Times New Roman"/>
              <a:cs typeface="Times New Roman"/>
              <a:sym typeface="Times New Roman"/>
            </a:endParaRPr>
          </a:p>
        </p:txBody>
      </p:sp>
      <p:sp>
        <p:nvSpPr>
          <p:cNvPr id="222" name="Google Shape;222;p27">
            <a:extLst>
              <a:ext uri="{FF2B5EF4-FFF2-40B4-BE49-F238E27FC236}">
                <a16:creationId xmlns:a16="http://schemas.microsoft.com/office/drawing/2014/main" id="{17B5DDA6-8B07-4D2C-A3CE-163B585C3229}"/>
              </a:ext>
            </a:extLst>
          </p:cNvPr>
          <p:cNvSpPr txBox="1"/>
          <p:nvPr/>
        </p:nvSpPr>
        <p:spPr>
          <a:xfrm>
            <a:off x="8647112" y="6484937"/>
            <a:ext cx="366600" cy="365100"/>
          </a:xfrm>
          <a:prstGeom prst="rect">
            <a:avLst/>
          </a:prstGeom>
          <a:noFill/>
          <a:ln>
            <a:noFill/>
          </a:ln>
        </p:spPr>
        <p:txBody>
          <a:bodyPr spcFirstLastPara="1" wrap="square" lIns="91425" tIns="45700" rIns="91425" bIns="45700" anchor="b" anchorCtr="0">
            <a:noAutofit/>
          </a:bodyPr>
          <a:lstStyle/>
          <a:p>
            <a:pPr marL="0" marR="0" lvl="0" indent="0" algn="r" rtl="0">
              <a:lnSpc>
                <a:spcPct val="115000"/>
              </a:lnSpc>
              <a:spcBef>
                <a:spcPts val="0"/>
              </a:spcBef>
              <a:spcAft>
                <a:spcPts val="0"/>
              </a:spcAft>
              <a:buClr>
                <a:schemeClr val="dk1"/>
              </a:buClr>
              <a:buSzPts val="1000"/>
              <a:buFont typeface="Lucida Sans"/>
              <a:buNone/>
            </a:pPr>
            <a:fld id="{00000000-1234-1234-1234-123412341234}" type="slidenum">
              <a:rPr lang="en-US" sz="1000" i="0" u="none" strike="noStrike" cap="none">
                <a:solidFill>
                  <a:schemeClr val="dk1"/>
                </a:solidFill>
                <a:latin typeface="Times New Roman"/>
                <a:ea typeface="Times New Roman"/>
                <a:cs typeface="Times New Roman"/>
                <a:sym typeface="Times New Roman"/>
              </a:rPr>
              <a:t>17</a:t>
            </a:fld>
            <a:endParaRPr sz="1400" i="0" u="none" strike="noStrike" cap="none">
              <a:solidFill>
                <a:srgbClr val="000000"/>
              </a:solidFill>
              <a:latin typeface="Times New Roman"/>
              <a:ea typeface="Times New Roman"/>
              <a:cs typeface="Times New Roman"/>
              <a:sym typeface="Times New Roman"/>
            </a:endParaRPr>
          </a:p>
        </p:txBody>
      </p:sp>
      <p:sp>
        <p:nvSpPr>
          <p:cNvPr id="223" name="Google Shape;223;p27">
            <a:extLst>
              <a:ext uri="{FF2B5EF4-FFF2-40B4-BE49-F238E27FC236}">
                <a16:creationId xmlns:a16="http://schemas.microsoft.com/office/drawing/2014/main" id="{8D4EDCFE-273C-5C44-0DCB-9E55D000BE56}"/>
              </a:ext>
            </a:extLst>
          </p:cNvPr>
          <p:cNvSpPr txBox="1">
            <a:spLocks noGrp="1"/>
          </p:cNvSpPr>
          <p:nvPr>
            <p:ph type="title" idx="4294967295"/>
          </p:nvPr>
        </p:nvSpPr>
        <p:spPr>
          <a:xfrm>
            <a:off x="431225" y="55650"/>
            <a:ext cx="9144000" cy="928800"/>
          </a:xfrm>
          <a:prstGeom prst="rect">
            <a:avLst/>
          </a:prstGeom>
          <a:noFill/>
          <a:ln>
            <a:noFill/>
          </a:ln>
        </p:spPr>
        <p:txBody>
          <a:bodyPr spcFirstLastPara="1" wrap="square" lIns="91425" tIns="45700" rIns="91425" bIns="45700" anchor="ctr" anchorCtr="0">
            <a:normAutofit/>
          </a:bodyPr>
          <a:lstStyle/>
          <a:p>
            <a:pPr marL="0" marR="0" lvl="0" indent="0" algn="l" rtl="0">
              <a:lnSpc>
                <a:spcPct val="115000"/>
              </a:lnSpc>
              <a:spcBef>
                <a:spcPts val="0"/>
              </a:spcBef>
              <a:spcAft>
                <a:spcPts val="0"/>
              </a:spcAft>
              <a:buClr>
                <a:schemeClr val="dk2"/>
              </a:buClr>
              <a:buSzPts val="3600"/>
              <a:buFont typeface="Comic Sans MS"/>
              <a:buNone/>
            </a:pPr>
            <a:r>
              <a:rPr lang="en-US" sz="3600" dirty="0">
                <a:latin typeface="Times New Roman"/>
                <a:ea typeface="Times New Roman"/>
                <a:cs typeface="Times New Roman"/>
                <a:sym typeface="Times New Roman"/>
              </a:rPr>
              <a:t>REFERENCE</a:t>
            </a:r>
            <a:endParaRPr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240921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3"/>
          <p:cNvSpPr txBox="1"/>
          <p:nvPr/>
        </p:nvSpPr>
        <p:spPr>
          <a:xfrm>
            <a:off x="8647112" y="6408737"/>
            <a:ext cx="366712" cy="36512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1000"/>
              <a:buFont typeface="Lucida Sans"/>
              <a:buNone/>
            </a:pPr>
            <a:fld id="{00000000-1234-1234-1234-123412341234}" type="slidenum">
              <a:rPr lang="en-US" sz="1000" i="0" u="none" strike="noStrike" cap="none">
                <a:solidFill>
                  <a:schemeClr val="lt1"/>
                </a:solidFill>
                <a:latin typeface="Times New Roman"/>
                <a:ea typeface="Times New Roman"/>
                <a:cs typeface="Times New Roman"/>
                <a:sym typeface="Times New Roman"/>
              </a:rPr>
              <a:t>18</a:t>
            </a:fld>
            <a:endParaRPr sz="1400" i="0" u="none" strike="noStrike" cap="none">
              <a:solidFill>
                <a:srgbClr val="000000"/>
              </a:solidFill>
              <a:latin typeface="Times New Roman"/>
              <a:ea typeface="Times New Roman"/>
              <a:cs typeface="Times New Roman"/>
              <a:sym typeface="Times New Roman"/>
            </a:endParaRPr>
          </a:p>
        </p:txBody>
      </p:sp>
      <p:sp>
        <p:nvSpPr>
          <p:cNvPr id="265" name="Google Shape;265;p33"/>
          <p:cNvSpPr txBox="1">
            <a:spLocks noGrp="1"/>
          </p:cNvSpPr>
          <p:nvPr>
            <p:ph type="title" idx="4294967295"/>
          </p:nvPr>
        </p:nvSpPr>
        <p:spPr>
          <a:xfrm rot="-1419983">
            <a:off x="436888" y="2602164"/>
            <a:ext cx="8229600" cy="11430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lt2"/>
              </a:buClr>
              <a:buSzPts val="4100"/>
              <a:buFont typeface="Lucida Sans"/>
              <a:buNone/>
            </a:pPr>
            <a:r>
              <a:rPr lang="en-US" sz="4100" i="0" u="none" strike="noStrike" cap="none">
                <a:solidFill>
                  <a:schemeClr val="lt2"/>
                </a:solidFill>
                <a:latin typeface="Times New Roman"/>
                <a:ea typeface="Times New Roman"/>
                <a:cs typeface="Times New Roman"/>
                <a:sym typeface="Times New Roman"/>
              </a:rPr>
              <a:t>THANK YOU!!</a:t>
            </a:r>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Concourse">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5_Concourse">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1049</Words>
  <Application>Microsoft Office PowerPoint</Application>
  <PresentationFormat>On-screen Show (4:3)</PresentationFormat>
  <Paragraphs>124</Paragraphs>
  <Slides>18</Slides>
  <Notes>18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18</vt:i4>
      </vt:variant>
    </vt:vector>
  </HeadingPairs>
  <TitlesOfParts>
    <vt:vector size="26" baseType="lpstr">
      <vt:lpstr>Arial</vt:lpstr>
      <vt:lpstr>Calibri</vt:lpstr>
      <vt:lpstr>Comic Sans MS</vt:lpstr>
      <vt:lpstr>Lucida Sans</vt:lpstr>
      <vt:lpstr>Noto Sans Symbols</vt:lpstr>
      <vt:lpstr>Times New Roman</vt:lpstr>
      <vt:lpstr>Concourse</vt:lpstr>
      <vt:lpstr>5_Concourse</vt:lpstr>
      <vt:lpstr> A Secure Aware Efficient Routing Protocol for Efficient and Reliable FPANETS </vt:lpstr>
      <vt:lpstr>ABSTRACT</vt:lpstr>
      <vt:lpstr>INTRODUCTION </vt:lpstr>
      <vt:lpstr>OBJECTIVE </vt:lpstr>
      <vt:lpstr>LITERATURE   SURVEY</vt:lpstr>
      <vt:lpstr>LITERATURE   SURVEY</vt:lpstr>
      <vt:lpstr>EXISTING SYSTEM</vt:lpstr>
      <vt:lpstr>DISADVANTAGES</vt:lpstr>
      <vt:lpstr>PROPOSED SYSTEM</vt:lpstr>
      <vt:lpstr>ADVANTAGES</vt:lpstr>
      <vt:lpstr>SYSTEM ARCHITECTURE</vt:lpstr>
      <vt:lpstr>MODULES</vt:lpstr>
      <vt:lpstr>MODULES EXPLANATION</vt:lpstr>
      <vt:lpstr>PowerPoint Presentation</vt:lpstr>
      <vt:lpstr>PowerPoint Presentation</vt:lpstr>
      <vt:lpstr>CONCLUSION</vt:lpstr>
      <vt:lpstr>REFERENCE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Vishal</dc:creator>
  <cp:lastModifiedBy>Raja Rajeshwaran P</cp:lastModifiedBy>
  <cp:revision>3</cp:revision>
  <dcterms:modified xsi:type="dcterms:W3CDTF">2026-03-26T05:57:46Z</dcterms:modified>
</cp:coreProperties>
</file>